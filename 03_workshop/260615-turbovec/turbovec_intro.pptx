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</p:sldMasterIdLst>
  <p:notesMasterIdLst>
    <p:notesMasterId r:id="rId58"/>
  </p:notesMasterIdLst>
  <p:handoutMasterIdLst>
    <p:handoutMasterId r:id="rId59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" id="{DACF2C24-B7ED-41F5-9C63-ACB665D679DA}">
          <p14:sldIdLst>
            <p14:sldId id="338"/>
            <p14:sldId id="342"/>
            <p14:sldId id="355"/>
            <p14:sldId id="356"/>
            <p14:sldId id="357"/>
            <p14:sldId id="358"/>
            <p14:sldId id="359"/>
            <p14:sldId id="360"/>
            <p14:sldId id="278"/>
            <p14:sldId id="361"/>
            <p14:sldId id="362"/>
            <p14:sldId id="279"/>
            <p14:sldId id="389"/>
            <p14:sldId id="281"/>
            <p14:sldId id="282"/>
            <p14:sldId id="283"/>
            <p14:sldId id="284"/>
            <p14:sldId id="285"/>
            <p14:sldId id="340"/>
            <p14:sldId id="363"/>
            <p14:sldId id="364"/>
            <p14:sldId id="365"/>
            <p14:sldId id="343"/>
            <p14:sldId id="366"/>
            <p14:sldId id="367"/>
            <p14:sldId id="368"/>
            <p14:sldId id="341"/>
            <p14:sldId id="369"/>
            <p14:sldId id="370"/>
            <p14:sldId id="371"/>
            <p14:sldId id="345"/>
            <p14:sldId id="347"/>
            <p14:sldId id="348"/>
            <p14:sldId id="350"/>
            <p14:sldId id="35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53"/>
            <p14:sldId id="354"/>
            <p14:sldId id="382"/>
            <p14:sldId id="383"/>
            <p14:sldId id="388"/>
            <p14:sldId id="384"/>
            <p14:sldId id="385"/>
            <p14:sldId id="386"/>
            <p14:sldId id="387"/>
            <p14:sldId id="390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eller, Hanno" initials="MH" lastIdx="1" clrIdx="0">
    <p:extLst>
      <p:ext uri="{19B8F6BF-5375-455C-9EA6-DF929625EA0E}">
        <p15:presenceInfo xmlns:p15="http://schemas.microsoft.com/office/powerpoint/2012/main" userId="S::Hanno.Mueller@hpi.uni-potsdam.de::559cb073-6f06-4586-87a0-854a9876561d" providerId="AD"/>
      </p:ext>
    </p:extLst>
  </p:cmAuthor>
  <p:cmAuthor id="2" name="Lasse Kohlmeyer" initials="LK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0333"/>
    <a:srgbClr val="DE6103"/>
    <a:srgbClr val="F7A600"/>
    <a:srgbClr val="5A6065"/>
    <a:srgbClr val="FFFFFF"/>
    <a:srgbClr val="10130B"/>
    <a:srgbClr val="24232E"/>
    <a:srgbClr val="1B1B1B"/>
    <a:srgbClr val="F2F3F3"/>
    <a:srgbClr val="007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41"/>
    <p:restoredTop sz="94311" autoAdjust="0"/>
  </p:normalViewPr>
  <p:slideViewPr>
    <p:cSldViewPr snapToGrid="0">
      <p:cViewPr varScale="1">
        <p:scale>
          <a:sx n="64" d="100"/>
          <a:sy n="64" d="100"/>
        </p:scale>
        <p:origin x="102" y="10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4114" y="6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60" Type="http://schemas.openxmlformats.org/officeDocument/2006/relationships/commentAuthors" Target="commentAuthors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C12233-42E3-BCF6-904D-3837B15E2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BC0507-4319-6E48-86C4-FB29BF2958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22D8D-A38A-4E73-8A50-D9155A9F6B37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421255-D7CA-62E5-D227-9FADC5710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7726FB-131F-52B1-56D6-4DB1DF2D31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FDBFB-1AF6-40BB-B54E-A579A4352E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989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Relationship Id="rId6" Type="http://schemas.openxmlformats.org/officeDocument/2006/relationships/image" Target="../media/image8.png"/><Relationship Id="rId7" Type="http://schemas.microsoft.com/office/2007/relationships/hdphoto" Target="../media/hdphoto3.wdp"/><Relationship Id="rId8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microsoft.com/office/2007/relationships/hdphoto" Target="../media/hdphoto4.wdp"/><Relationship Id="rId6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microsoft.com/office/2007/relationships/hdphoto" Target="../media/hdphoto5.wdp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microsoft.com/office/2007/relationships/hdphoto" Target="../media/hdphoto6.wdp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>
  <p:cSld name="Titelfoli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81DAFF2-0889-E0F9-8F38-135A72BA98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26263" y="453524"/>
            <a:ext cx="1705178" cy="603083"/>
          </a:xfrm>
          <a:prstGeom prst="rect">
            <a:avLst/>
          </a:prstGeom>
        </p:spPr>
      </p:pic>
      <p:pic>
        <p:nvPicPr>
          <p:cNvPr id="8" name="Grafik 7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9ACFAC27-EC97-9C9F-2A5C-709764FCE5C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26262" y="1152000"/>
            <a:ext cx="1705179" cy="113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2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elb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8E1D504C-7261-C5E4-7EBD-1A7982D043E3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BFBAE90-8900-9BB4-48E9-700FCC716678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12B7169B-042E-9320-EF3E-9BFE1E3CC1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3" name="Grafik 2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1844E43-ABD8-99BD-8D43-938A562369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24" name="Google Shape;40;p4">
            <a:extLst>
              <a:ext uri="{FF2B5EF4-FFF2-40B4-BE49-F238E27FC236}">
                <a16:creationId xmlns:a16="http://schemas.microsoft.com/office/drawing/2014/main" id="{5C97D799-F131-A707-BD46-381659DB0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514350" lvl="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8000"/>
              <a:buFont typeface="Wingdings" panose="05000000000000000000" pitchFamily="2" charset="2"/>
              <a:buChar char="§"/>
              <a:defRPr/>
            </a:lvl1pPr>
            <a:lvl2pPr marL="914400" lvl="1" indent="-388619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13000"/>
              <a:buFont typeface="Wingdings" panose="05000000000000000000" pitchFamily="2" charset="2"/>
              <a:buChar char="§"/>
              <a:defRPr/>
            </a:lvl2pPr>
            <a:lvl3pPr marL="1371600" lvl="2" indent="-3429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§"/>
              <a:defRPr/>
            </a:lvl3pPr>
            <a:lvl4pPr marL="1885950" lvl="3" indent="-28575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§"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endParaRPr dirty="0"/>
          </a:p>
        </p:txBody>
      </p:sp>
      <p:sp>
        <p:nvSpPr>
          <p:cNvPr id="25" name="Google Shape;139;p16">
            <a:extLst>
              <a:ext uri="{FF2B5EF4-FFF2-40B4-BE49-F238E27FC236}">
                <a16:creationId xmlns:a16="http://schemas.microsoft.com/office/drawing/2014/main" id="{9DCDB812-9260-43E2-88E4-3E6B742172D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140;p16">
            <a:extLst>
              <a:ext uri="{FF2B5EF4-FFF2-40B4-BE49-F238E27FC236}">
                <a16:creationId xmlns:a16="http://schemas.microsoft.com/office/drawing/2014/main" id="{73DDD9AF-7970-E711-4EA8-A73F52AAF53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4;p2">
            <a:extLst>
              <a:ext uri="{FF2B5EF4-FFF2-40B4-BE49-F238E27FC236}">
                <a16:creationId xmlns:a16="http://schemas.microsoft.com/office/drawing/2014/main" id="{8683B7DC-3CBB-FAD3-D20C-E2FF98A873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28" name="Google Shape;134;p15">
            <a:extLst>
              <a:ext uri="{FF2B5EF4-FFF2-40B4-BE49-F238E27FC236}">
                <a16:creationId xmlns:a16="http://schemas.microsoft.com/office/drawing/2014/main" id="{0ACF7AD3-9DB4-C69C-D082-0A5412849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13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orange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E0D46E48-9D85-3E62-DCA6-65BA9F253B00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3DDA1A6-C532-DBFA-94A2-0D404768807E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D129694-414C-1F6A-02F9-D7A7C90B80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3" name="Grafik 2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DE17FA21-55EC-5E14-5B65-3BC85F0095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24" name="Google Shape;40;p4">
            <a:extLst>
              <a:ext uri="{FF2B5EF4-FFF2-40B4-BE49-F238E27FC236}">
                <a16:creationId xmlns:a16="http://schemas.microsoft.com/office/drawing/2014/main" id="{666013F8-EB3F-34CD-A0C0-AB6FF5EA0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139;p16">
            <a:extLst>
              <a:ext uri="{FF2B5EF4-FFF2-40B4-BE49-F238E27FC236}">
                <a16:creationId xmlns:a16="http://schemas.microsoft.com/office/drawing/2014/main" id="{ECDD2F77-2346-7C88-D006-4044E6596B0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140;p16">
            <a:extLst>
              <a:ext uri="{FF2B5EF4-FFF2-40B4-BE49-F238E27FC236}">
                <a16:creationId xmlns:a16="http://schemas.microsoft.com/office/drawing/2014/main" id="{31B79083-A796-67F4-F3F6-6547615AD2F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4;p2">
            <a:extLst>
              <a:ext uri="{FF2B5EF4-FFF2-40B4-BE49-F238E27FC236}">
                <a16:creationId xmlns:a16="http://schemas.microsoft.com/office/drawing/2014/main" id="{CF4891B2-3142-1D6E-845E-A9AF613C7A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28" name="Google Shape;134;p15">
            <a:extLst>
              <a:ext uri="{FF2B5EF4-FFF2-40B4-BE49-F238E27FC236}">
                <a16:creationId xmlns:a16="http://schemas.microsoft.com/office/drawing/2014/main" id="{D3399B3A-8CB0-8AAF-1664-4851BF8589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445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rot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AE83EF0F-4E80-2874-1CD9-90B5541996C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3D54621-E94C-F5E9-3117-11105BCAB42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BA521123-3728-88D1-57EB-A1C0B22E49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3" name="Grafik 2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637781E-AB70-8D67-2D0B-5426139D2E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24" name="Google Shape;40;p4">
            <a:extLst>
              <a:ext uri="{FF2B5EF4-FFF2-40B4-BE49-F238E27FC236}">
                <a16:creationId xmlns:a16="http://schemas.microsoft.com/office/drawing/2014/main" id="{F826032F-6049-379A-BB46-BD0433F35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139;p16">
            <a:extLst>
              <a:ext uri="{FF2B5EF4-FFF2-40B4-BE49-F238E27FC236}">
                <a16:creationId xmlns:a16="http://schemas.microsoft.com/office/drawing/2014/main" id="{BEFB8D91-9AA4-FBD0-0D16-93879C2383F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140;p16">
            <a:extLst>
              <a:ext uri="{FF2B5EF4-FFF2-40B4-BE49-F238E27FC236}">
                <a16:creationId xmlns:a16="http://schemas.microsoft.com/office/drawing/2014/main" id="{E5FB2295-700D-1EF6-9AE1-DF49784C768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4;p2">
            <a:extLst>
              <a:ext uri="{FF2B5EF4-FFF2-40B4-BE49-F238E27FC236}">
                <a16:creationId xmlns:a16="http://schemas.microsoft.com/office/drawing/2014/main" id="{BEBB2F6D-8540-780A-A116-360A40E3C0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28" name="Google Shape;134;p15">
            <a:extLst>
              <a:ext uri="{FF2B5EF4-FFF2-40B4-BE49-F238E27FC236}">
                <a16:creationId xmlns:a16="http://schemas.microsoft.com/office/drawing/2014/main" id="{6F7096AB-43F8-371C-955C-DCB8B7B11F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0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blau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F3F0DED4-523B-7B59-C516-99124A5F340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9B78790-B82C-1692-EF2C-58D5F494FD29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7BB6F4AD-CE62-C8DA-13EA-7E6350E5F4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3" name="Grafik 2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7A409DB5-B32C-C664-4931-C962A9B6E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24" name="Google Shape;40;p4">
            <a:extLst>
              <a:ext uri="{FF2B5EF4-FFF2-40B4-BE49-F238E27FC236}">
                <a16:creationId xmlns:a16="http://schemas.microsoft.com/office/drawing/2014/main" id="{4B561C56-5E6F-1FA0-E03D-EE7E47FA8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139;p16">
            <a:extLst>
              <a:ext uri="{FF2B5EF4-FFF2-40B4-BE49-F238E27FC236}">
                <a16:creationId xmlns:a16="http://schemas.microsoft.com/office/drawing/2014/main" id="{0EB3FC49-EDEE-8D22-731D-39867830126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140;p16">
            <a:extLst>
              <a:ext uri="{FF2B5EF4-FFF2-40B4-BE49-F238E27FC236}">
                <a16:creationId xmlns:a16="http://schemas.microsoft.com/office/drawing/2014/main" id="{FED9DF51-2FEE-5537-761F-C961D2356F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4;p2">
            <a:extLst>
              <a:ext uri="{FF2B5EF4-FFF2-40B4-BE49-F238E27FC236}">
                <a16:creationId xmlns:a16="http://schemas.microsoft.com/office/drawing/2014/main" id="{E21B3247-ACE9-9F8D-C487-1BD7B6E49F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28" name="Google Shape;134;p15">
            <a:extLst>
              <a:ext uri="{FF2B5EF4-FFF2-40B4-BE49-F238E27FC236}">
                <a16:creationId xmlns:a16="http://schemas.microsoft.com/office/drawing/2014/main" id="{8D217A6F-A9D2-4796-230F-7AC7B40C1B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419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rün">
    <p:bg>
      <p:bgPr>
        <a:solidFill>
          <a:schemeClr val="accent6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F3F0DED4-523B-7B59-C516-99124A5F340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9B78790-B82C-1692-EF2C-58D5F494FD29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7BB6F4AD-CE62-C8DA-13EA-7E6350E5F4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3" name="Grafik 2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7A409DB5-B32C-C664-4931-C962A9B6E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24" name="Google Shape;40;p4">
            <a:extLst>
              <a:ext uri="{FF2B5EF4-FFF2-40B4-BE49-F238E27FC236}">
                <a16:creationId xmlns:a16="http://schemas.microsoft.com/office/drawing/2014/main" id="{4B561C56-5E6F-1FA0-E03D-EE7E47FA8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139;p16">
            <a:extLst>
              <a:ext uri="{FF2B5EF4-FFF2-40B4-BE49-F238E27FC236}">
                <a16:creationId xmlns:a16="http://schemas.microsoft.com/office/drawing/2014/main" id="{0EB3FC49-EDEE-8D22-731D-39867830126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140;p16">
            <a:extLst>
              <a:ext uri="{FF2B5EF4-FFF2-40B4-BE49-F238E27FC236}">
                <a16:creationId xmlns:a16="http://schemas.microsoft.com/office/drawing/2014/main" id="{FED9DF51-2FEE-5537-761F-C961D2356F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4;p2">
            <a:extLst>
              <a:ext uri="{FF2B5EF4-FFF2-40B4-BE49-F238E27FC236}">
                <a16:creationId xmlns:a16="http://schemas.microsoft.com/office/drawing/2014/main" id="{E21B3247-ACE9-9F8D-C487-1BD7B6E49F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28" name="Google Shape;134;p15">
            <a:extLst>
              <a:ext uri="{FF2B5EF4-FFF2-40B4-BE49-F238E27FC236}">
                <a16:creationId xmlns:a16="http://schemas.microsoft.com/office/drawing/2014/main" id="{8D217A6F-A9D2-4796-230F-7AC7B40C1B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241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4A703EC1-3D31-43AE-5AF7-47EE7D7A393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909B149-F759-6D95-C0B7-3F0108E229A9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BB354C0A-9F7E-411B-98FF-6AB8642BDD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3" name="Grafik 2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2D7FE29C-9819-C74D-9C78-656A91C2B6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24" name="Google Shape;40;p4">
            <a:extLst>
              <a:ext uri="{FF2B5EF4-FFF2-40B4-BE49-F238E27FC236}">
                <a16:creationId xmlns:a16="http://schemas.microsoft.com/office/drawing/2014/main" id="{8B6F518D-34D2-056D-D428-44E5F81F26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139;p16">
            <a:extLst>
              <a:ext uri="{FF2B5EF4-FFF2-40B4-BE49-F238E27FC236}">
                <a16:creationId xmlns:a16="http://schemas.microsoft.com/office/drawing/2014/main" id="{19FBBE3D-918E-DC76-8673-9E8585179B0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140;p16">
            <a:extLst>
              <a:ext uri="{FF2B5EF4-FFF2-40B4-BE49-F238E27FC236}">
                <a16:creationId xmlns:a16="http://schemas.microsoft.com/office/drawing/2014/main" id="{B0F6B68D-FD0D-35D4-DBB2-D0CF8B4DA57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4;p2">
            <a:extLst>
              <a:ext uri="{FF2B5EF4-FFF2-40B4-BE49-F238E27FC236}">
                <a16:creationId xmlns:a16="http://schemas.microsoft.com/office/drawing/2014/main" id="{46F80E68-D76F-F1F6-1242-2388AFDA69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28" name="Google Shape;134;p15">
            <a:extLst>
              <a:ext uri="{FF2B5EF4-FFF2-40B4-BE49-F238E27FC236}">
                <a16:creationId xmlns:a16="http://schemas.microsoft.com/office/drawing/2014/main" id="{830E2E19-FDC0-7F58-FCF3-9DC8996263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407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Titel_New_Dark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A98DF7D4-CFA9-5C9F-DDC0-92B04E7A78C0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C54757B1-4EF8-1D9D-7A9A-74C94D12040E}"/>
              </a:ext>
            </a:extLst>
          </p:cNvPr>
          <p:cNvSpPr/>
          <p:nvPr userDrawn="1"/>
        </p:nvSpPr>
        <p:spPr>
          <a:xfrm>
            <a:off x="7741920" y="85344"/>
            <a:ext cx="48768" cy="5974080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8C7B4AB4-29EF-07EA-2ABA-9F44CB750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4800" y="4023361"/>
            <a:ext cx="4267200" cy="1977543"/>
          </a:xfrm>
          <a:prstGeom prst="rect">
            <a:avLst/>
          </a:prstGeom>
        </p:spPr>
      </p:pic>
      <p:sp>
        <p:nvSpPr>
          <p:cNvPr id="36" name="Shape 9">
            <a:extLst>
              <a:ext uri="{FF2B5EF4-FFF2-40B4-BE49-F238E27FC236}">
                <a16:creationId xmlns:a16="http://schemas.microsoft.com/office/drawing/2014/main" id="{9EDDEB2A-5633-718B-1E68-A3EFDF3B0449}"/>
              </a:ext>
            </a:extLst>
          </p:cNvPr>
          <p:cNvSpPr/>
          <p:nvPr userDrawn="1"/>
        </p:nvSpPr>
        <p:spPr>
          <a:xfrm>
            <a:off x="8107680" y="2218944"/>
            <a:ext cx="1341120" cy="54864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EFC832DA-D45E-9300-3396-68DDA9273937}"/>
              </a:ext>
            </a:extLst>
          </p:cNvPr>
          <p:cNvSpPr/>
          <p:nvPr userDrawn="1"/>
        </p:nvSpPr>
        <p:spPr>
          <a:xfrm>
            <a:off x="8107680" y="3572256"/>
            <a:ext cx="3901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333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81A16719-9C0B-0E6F-0CAE-066C0FF0FD30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654CDC89-D10F-E285-134C-339E507AF63A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44" name="Freeform 2">
            <a:extLst>
              <a:ext uri="{FF2B5EF4-FFF2-40B4-BE49-F238E27FC236}">
                <a16:creationId xmlns:a16="http://schemas.microsoft.com/office/drawing/2014/main" id="{1644D1D1-4969-3DCD-A09C-17B2367AD983}"/>
              </a:ext>
            </a:extLst>
          </p:cNvPr>
          <p:cNvSpPr/>
          <p:nvPr userDrawn="1"/>
        </p:nvSpPr>
        <p:spPr>
          <a:xfrm>
            <a:off x="520821" y="257267"/>
            <a:ext cx="2588139" cy="904632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48" name="Textplatzhalter 46">
            <a:extLst>
              <a:ext uri="{FF2B5EF4-FFF2-40B4-BE49-F238E27FC236}">
                <a16:creationId xmlns:a16="http://schemas.microsoft.com/office/drawing/2014/main" id="{C3A020B4-1D27-0497-0052-6BF86DA043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499616"/>
            <a:ext cx="6337388" cy="914400"/>
          </a:xfrm>
        </p:spPr>
        <p:txBody>
          <a:bodyPr/>
          <a:lstStyle>
            <a:lvl1pPr>
              <a:defRPr lang="de-DE" sz="4800" b="1" i="0" u="none" strike="noStrike" cap="none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Titel Zeile 1</a:t>
            </a:r>
          </a:p>
        </p:txBody>
      </p:sp>
      <p:sp>
        <p:nvSpPr>
          <p:cNvPr id="50" name="Textplatzhalter 46">
            <a:extLst>
              <a:ext uri="{FF2B5EF4-FFF2-40B4-BE49-F238E27FC236}">
                <a16:creationId xmlns:a16="http://schemas.microsoft.com/office/drawing/2014/main" id="{7EF02050-52CA-AB97-7626-E5D69C317E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89" y="3194638"/>
            <a:ext cx="6337388" cy="914400"/>
          </a:xfrm>
        </p:spPr>
        <p:txBody>
          <a:bodyPr/>
          <a:lstStyle>
            <a:lvl1pPr>
              <a:defRPr lang="de-DE" sz="4800" b="1" i="0" u="none" strike="noStrike" cap="none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Titel Zeile 3</a:t>
            </a:r>
          </a:p>
        </p:txBody>
      </p:sp>
      <p:sp>
        <p:nvSpPr>
          <p:cNvPr id="52" name="Textplatzhalter 46">
            <a:extLst>
              <a:ext uri="{FF2B5EF4-FFF2-40B4-BE49-F238E27FC236}">
                <a16:creationId xmlns:a16="http://schemas.microsoft.com/office/drawing/2014/main" id="{A794E9CB-1977-046F-3F87-039A3360F3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326" y="2346125"/>
            <a:ext cx="6337388" cy="914400"/>
          </a:xfrm>
        </p:spPr>
        <p:txBody>
          <a:bodyPr/>
          <a:lstStyle>
            <a:lvl1pPr>
              <a:defRPr lang="de-DE" sz="4800" b="1" i="0" u="none" strike="noStrike" cap="none" dirty="0">
                <a:solidFill>
                  <a:srgbClr val="DC640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Titel Zeile 2</a:t>
            </a:r>
          </a:p>
        </p:txBody>
      </p:sp>
      <p:sp>
        <p:nvSpPr>
          <p:cNvPr id="54" name="Textplatzhalter 46">
            <a:extLst>
              <a:ext uri="{FF2B5EF4-FFF2-40B4-BE49-F238E27FC236}">
                <a16:creationId xmlns:a16="http://schemas.microsoft.com/office/drawing/2014/main" id="{7569337D-9FC7-2D0B-5E32-61AC9940FC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440" y="4114299"/>
            <a:ext cx="6337388" cy="914400"/>
          </a:xfrm>
          <a:noFill/>
          <a:ln/>
        </p:spPr>
        <p:txBody>
          <a:bodyPr wrap="square" lIns="0" tIns="0" rIns="0" bIns="0" rtlCol="0" anchor="ctr"/>
          <a:lstStyle>
            <a:lvl1pPr>
              <a:defRPr lang="de-DE" sz="1467" i="1" dirty="0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lnSpc>
                <a:spcPct val="100000"/>
              </a:lnSpc>
              <a:buClr>
                <a:srgbClr val="000000"/>
              </a:buClr>
            </a:pPr>
            <a:r>
              <a:rPr lang="de-DE" dirty="0"/>
              <a:t>Untertitel</a:t>
            </a:r>
          </a:p>
        </p:txBody>
      </p:sp>
      <p:sp>
        <p:nvSpPr>
          <p:cNvPr id="57" name="Textplatzhalter 46">
            <a:extLst>
              <a:ext uri="{FF2B5EF4-FFF2-40B4-BE49-F238E27FC236}">
                <a16:creationId xmlns:a16="http://schemas.microsoft.com/office/drawing/2014/main" id="{E3229D49-9CBF-3D8C-A49A-3D2E63F18F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8872" y="370691"/>
            <a:ext cx="3901440" cy="285005"/>
          </a:xfrm>
        </p:spPr>
        <p:txBody>
          <a:bodyPr/>
          <a:lstStyle>
            <a:lvl1pPr>
              <a:defRPr lang="de-DE" sz="1000" b="1" i="0" u="none" strike="noStrike" kern="0" cap="all" spc="400" baseline="0" dirty="0">
                <a:solidFill>
                  <a:srgbClr val="DC640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Referent</a:t>
            </a:r>
          </a:p>
        </p:txBody>
      </p:sp>
      <p:sp>
        <p:nvSpPr>
          <p:cNvPr id="59" name="Textplatzhalter 46">
            <a:extLst>
              <a:ext uri="{FF2B5EF4-FFF2-40B4-BE49-F238E27FC236}">
                <a16:creationId xmlns:a16="http://schemas.microsoft.com/office/drawing/2014/main" id="{E1AF8D90-FCF1-0938-22BA-289FF36C23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80959" y="1016571"/>
            <a:ext cx="3874301" cy="914400"/>
          </a:xfrm>
        </p:spPr>
        <p:txBody>
          <a:bodyPr/>
          <a:lstStyle>
            <a:lvl1pPr>
              <a:defRPr lang="de-DE" sz="3467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61" name="Textplatzhalter 46">
            <a:extLst>
              <a:ext uri="{FF2B5EF4-FFF2-40B4-BE49-F238E27FC236}">
                <a16:creationId xmlns:a16="http://schemas.microsoft.com/office/drawing/2014/main" id="{6A20D731-13B7-D90B-DB54-1D4061CED3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9915" y="2449116"/>
            <a:ext cx="3874301" cy="292810"/>
          </a:xfrm>
        </p:spPr>
        <p:txBody>
          <a:bodyPr/>
          <a:lstStyle>
            <a:lvl1pPr>
              <a:defRPr lang="de-DE" sz="1467" b="0" i="0" u="none" strike="noStrike" cap="none" dirty="0">
                <a:solidFill>
                  <a:srgbClr val="F6A8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Rolle</a:t>
            </a:r>
          </a:p>
        </p:txBody>
      </p:sp>
      <p:sp>
        <p:nvSpPr>
          <p:cNvPr id="64" name="Textplatzhalter 46">
            <a:extLst>
              <a:ext uri="{FF2B5EF4-FFF2-40B4-BE49-F238E27FC236}">
                <a16:creationId xmlns:a16="http://schemas.microsoft.com/office/drawing/2014/main" id="{AEF95E89-33A7-9F95-0AD5-2ABD9A8F25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78872" y="2863571"/>
            <a:ext cx="3874301" cy="271369"/>
          </a:xfrm>
        </p:spPr>
        <p:txBody>
          <a:bodyPr/>
          <a:lstStyle>
            <a:lvl1pPr>
              <a:defRPr lang="de-DE" sz="1333" b="0" i="0" u="none" strike="noStrike" cap="none" dirty="0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333" dirty="0">
                <a:solidFill>
                  <a:srgbClr val="9A9AAA"/>
                </a:solidFill>
              </a:rPr>
              <a:t>KI-Servicezentrum Berlin-Brandenburg</a:t>
            </a:r>
            <a:endParaRPr lang="en-US" sz="1333" dirty="0"/>
          </a:p>
        </p:txBody>
      </p:sp>
      <p:sp>
        <p:nvSpPr>
          <p:cNvPr id="65" name="Textplatzhalter 46">
            <a:extLst>
              <a:ext uri="{FF2B5EF4-FFF2-40B4-BE49-F238E27FC236}">
                <a16:creationId xmlns:a16="http://schemas.microsoft.com/office/drawing/2014/main" id="{3946ED35-0924-EDF5-E7D0-B3D3BF0B93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78871" y="3208091"/>
            <a:ext cx="3874301" cy="304799"/>
          </a:xfrm>
        </p:spPr>
        <p:txBody>
          <a:bodyPr/>
          <a:lstStyle>
            <a:lvl1pPr>
              <a:defRPr lang="de-DE" sz="1333" b="0" i="0" u="none" strike="noStrike" cap="none" dirty="0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333" dirty="0" err="1">
                <a:solidFill>
                  <a:srgbClr val="9A9AAA"/>
                </a:solidFill>
              </a:rPr>
              <a:t>Hasso</a:t>
            </a:r>
            <a:r>
              <a:rPr lang="en-US" sz="1333" dirty="0">
                <a:solidFill>
                  <a:srgbClr val="9A9AAA"/>
                </a:solidFill>
              </a:rPr>
              <a:t>-Plattner-</a:t>
            </a:r>
            <a:r>
              <a:rPr lang="en-US" sz="1333" dirty="0" err="1">
                <a:solidFill>
                  <a:srgbClr val="9A9AAA"/>
                </a:solidFill>
              </a:rPr>
              <a:t>Institut</a:t>
            </a:r>
            <a:r>
              <a:rPr lang="en-US" sz="1333" dirty="0">
                <a:solidFill>
                  <a:srgbClr val="9A9AAA"/>
                </a:solidFill>
              </a:rPr>
              <a:t>, Potsdam</a:t>
            </a:r>
            <a:endParaRPr lang="en-US" sz="1333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F840D34A-7FD2-319D-BF10-65D09D78A2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3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Zitatitems_New_Dark_Orange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E2E466-0D6F-AD79-845B-7EB74D2D750D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799F1A-A6C5-08F2-17BE-790969EEB034}"/>
              </a:ext>
            </a:extLst>
          </p:cNvPr>
          <p:cNvSpPr/>
          <p:nvPr userDrawn="1"/>
        </p:nvSpPr>
        <p:spPr>
          <a:xfrm>
            <a:off x="548640" y="755904"/>
            <a:ext cx="85344" cy="1645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1467555-2C34-CC63-4685-E61620CE1905}"/>
              </a:ext>
            </a:extLst>
          </p:cNvPr>
          <p:cNvSpPr/>
          <p:nvPr userDrawn="1"/>
        </p:nvSpPr>
        <p:spPr>
          <a:xfrm>
            <a:off x="548639" y="3023616"/>
            <a:ext cx="5974081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F2E557F-A203-6562-56A3-293F35B46653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06C7A0A-1117-81B1-AD42-EC53B6A2E5F5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25" name="Freeform 2">
            <a:extLst>
              <a:ext uri="{FF2B5EF4-FFF2-40B4-BE49-F238E27FC236}">
                <a16:creationId xmlns:a16="http://schemas.microsoft.com/office/drawing/2014/main" id="{99860617-54DD-DD41-2E8D-08CD7AA15341}"/>
              </a:ext>
            </a:extLst>
          </p:cNvPr>
          <p:cNvSpPr/>
          <p:nvPr userDrawn="1"/>
        </p:nvSpPr>
        <p:spPr>
          <a:xfrm>
            <a:off x="10345581" y="190484"/>
            <a:ext cx="1534769" cy="536448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27" name="Titel 25">
            <a:extLst>
              <a:ext uri="{FF2B5EF4-FFF2-40B4-BE49-F238E27FC236}">
                <a16:creationId xmlns:a16="http://schemas.microsoft.com/office/drawing/2014/main" id="{402ABCD7-F8B4-D39B-C7E8-2D50C49A3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864" y="708004"/>
            <a:ext cx="11063486" cy="1206274"/>
          </a:xfrm>
        </p:spPr>
        <p:txBody>
          <a:bodyPr/>
          <a:lstStyle>
            <a:lvl1pPr>
              <a:defRPr lang="de-DE" sz="3467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de-DE" dirty="0"/>
              <a:t>„Zitat“</a:t>
            </a:r>
          </a:p>
        </p:txBody>
      </p:sp>
      <p:sp>
        <p:nvSpPr>
          <p:cNvPr id="30" name="Textplatzhalter 28">
            <a:extLst>
              <a:ext uri="{FF2B5EF4-FFF2-40B4-BE49-F238E27FC236}">
                <a16:creationId xmlns:a16="http://schemas.microsoft.com/office/drawing/2014/main" id="{DE645CC5-3FBA-42E3-FCE7-45AB51C618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913" y="279265"/>
            <a:ext cx="8765127" cy="342527"/>
          </a:xfrm>
        </p:spPr>
        <p:txBody>
          <a:bodyPr/>
          <a:lstStyle>
            <a:lvl1pPr>
              <a:defRPr lang="de-DE" sz="1067" b="1" i="0" u="none" strike="noStrike" kern="0" cap="all" spc="467" baseline="0" smtClean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2" name="Textplatzhalter 28">
            <a:extLst>
              <a:ext uri="{FF2B5EF4-FFF2-40B4-BE49-F238E27FC236}">
                <a16:creationId xmlns:a16="http://schemas.microsoft.com/office/drawing/2014/main" id="{840EF746-E816-ED89-D6B2-29DCB2E194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312" y="2465558"/>
            <a:ext cx="5931409" cy="342527"/>
          </a:xfrm>
        </p:spPr>
        <p:txBody>
          <a:bodyPr/>
          <a:lstStyle>
            <a:lvl1pPr>
              <a:defRPr lang="de-DE" sz="1400" b="0" i="1" u="none" strike="noStrike" cap="none" dirty="0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– Beschreibung</a:t>
            </a:r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9BB21B47-15FC-0A4F-3422-4230A3184610}"/>
              </a:ext>
            </a:extLst>
          </p:cNvPr>
          <p:cNvSpPr/>
          <p:nvPr userDrawn="1"/>
        </p:nvSpPr>
        <p:spPr>
          <a:xfrm>
            <a:off x="0" y="5900928"/>
            <a:ext cx="12192000" cy="146304"/>
          </a:xfrm>
          <a:prstGeom prst="rect">
            <a:avLst/>
          </a:prstGeom>
          <a:solidFill>
            <a:schemeClr val="accent2">
              <a:alpha val="2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9052DC2E-24E1-D16D-0FE6-E1C13AE319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6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Zitat_New_Dark_Orange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E2E466-0D6F-AD79-845B-7EB74D2D750D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799F1A-A6C5-08F2-17BE-790969EEB034}"/>
              </a:ext>
            </a:extLst>
          </p:cNvPr>
          <p:cNvSpPr/>
          <p:nvPr userDrawn="1"/>
        </p:nvSpPr>
        <p:spPr>
          <a:xfrm>
            <a:off x="548640" y="755904"/>
            <a:ext cx="85344" cy="1645920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1467555-2C34-CC63-4685-E61620CE1905}"/>
              </a:ext>
            </a:extLst>
          </p:cNvPr>
          <p:cNvSpPr/>
          <p:nvPr userDrawn="1"/>
        </p:nvSpPr>
        <p:spPr>
          <a:xfrm>
            <a:off x="548640" y="3023616"/>
            <a:ext cx="1109472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F2E557F-A203-6562-56A3-293F35B46653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401B21A7-EFD5-67A3-0F16-1BD0315546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  <p:sp>
        <p:nvSpPr>
          <p:cNvPr id="24" name="Text 21">
            <a:extLst>
              <a:ext uri="{FF2B5EF4-FFF2-40B4-BE49-F238E27FC236}">
                <a16:creationId xmlns:a16="http://schemas.microsoft.com/office/drawing/2014/main" id="{A06C7A0A-1117-81B1-AD42-EC53B6A2E5F5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25" name="Freeform 2">
            <a:extLst>
              <a:ext uri="{FF2B5EF4-FFF2-40B4-BE49-F238E27FC236}">
                <a16:creationId xmlns:a16="http://schemas.microsoft.com/office/drawing/2014/main" id="{99860617-54DD-DD41-2E8D-08CD7AA15341}"/>
              </a:ext>
            </a:extLst>
          </p:cNvPr>
          <p:cNvSpPr/>
          <p:nvPr userDrawn="1"/>
        </p:nvSpPr>
        <p:spPr>
          <a:xfrm>
            <a:off x="10345581" y="190484"/>
            <a:ext cx="1534769" cy="536448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27" name="Titel 25">
            <a:extLst>
              <a:ext uri="{FF2B5EF4-FFF2-40B4-BE49-F238E27FC236}">
                <a16:creationId xmlns:a16="http://schemas.microsoft.com/office/drawing/2014/main" id="{402ABCD7-F8B4-D39B-C7E8-2D50C49A3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864" y="708004"/>
            <a:ext cx="11063486" cy="1206274"/>
          </a:xfrm>
        </p:spPr>
        <p:txBody>
          <a:bodyPr/>
          <a:lstStyle>
            <a:lvl1pPr>
              <a:defRPr lang="de-DE" sz="3467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de-DE" dirty="0"/>
              <a:t>„Zitat“</a:t>
            </a:r>
          </a:p>
        </p:txBody>
      </p:sp>
      <p:sp>
        <p:nvSpPr>
          <p:cNvPr id="30" name="Textplatzhalter 28">
            <a:extLst>
              <a:ext uri="{FF2B5EF4-FFF2-40B4-BE49-F238E27FC236}">
                <a16:creationId xmlns:a16="http://schemas.microsoft.com/office/drawing/2014/main" id="{DE645CC5-3FBA-42E3-FCE7-45AB51C618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913" y="279265"/>
            <a:ext cx="8765127" cy="342527"/>
          </a:xfrm>
        </p:spPr>
        <p:txBody>
          <a:bodyPr/>
          <a:lstStyle>
            <a:lvl1pPr>
              <a:defRPr lang="de-DE" sz="1067" b="1" i="0" u="none" strike="noStrike" kern="0" cap="all" spc="467" baseline="0" smtClean="0">
                <a:solidFill>
                  <a:srgbClr val="DC640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2" name="Textplatzhalter 28">
            <a:extLst>
              <a:ext uri="{FF2B5EF4-FFF2-40B4-BE49-F238E27FC236}">
                <a16:creationId xmlns:a16="http://schemas.microsoft.com/office/drawing/2014/main" id="{840EF746-E816-ED89-D6B2-29DCB2E194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312" y="2465558"/>
            <a:ext cx="8765127" cy="342527"/>
          </a:xfrm>
        </p:spPr>
        <p:txBody>
          <a:bodyPr/>
          <a:lstStyle>
            <a:lvl1pPr>
              <a:defRPr lang="de-DE" sz="1400" b="0" i="1" u="none" strike="noStrike" cap="none" dirty="0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– Beschreibung</a:t>
            </a:r>
          </a:p>
        </p:txBody>
      </p:sp>
      <p:sp>
        <p:nvSpPr>
          <p:cNvPr id="3" name="Shape 25">
            <a:extLst>
              <a:ext uri="{FF2B5EF4-FFF2-40B4-BE49-F238E27FC236}">
                <a16:creationId xmlns:a16="http://schemas.microsoft.com/office/drawing/2014/main" id="{D5096ECF-6E1E-7C7A-A5A4-A52B29D1BB3B}"/>
              </a:ext>
            </a:extLst>
          </p:cNvPr>
          <p:cNvSpPr/>
          <p:nvPr userDrawn="1"/>
        </p:nvSpPr>
        <p:spPr>
          <a:xfrm>
            <a:off x="0" y="5900928"/>
            <a:ext cx="12192000" cy="146304"/>
          </a:xfrm>
          <a:prstGeom prst="rect">
            <a:avLst/>
          </a:prstGeom>
          <a:solidFill>
            <a:srgbClr val="DC640D">
              <a:alpha val="25000"/>
            </a:srgbClr>
          </a:solidFill>
          <a:ln w="12700">
            <a:solidFill>
              <a:srgbClr val="DC640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6464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Zitat_New_Dark_Green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E2E466-0D6F-AD79-845B-7EB74D2D750D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799F1A-A6C5-08F2-17BE-790969EEB034}"/>
              </a:ext>
            </a:extLst>
          </p:cNvPr>
          <p:cNvSpPr/>
          <p:nvPr userDrawn="1"/>
        </p:nvSpPr>
        <p:spPr>
          <a:xfrm>
            <a:off x="548640" y="755904"/>
            <a:ext cx="85344" cy="16459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1467555-2C34-CC63-4685-E61620CE1905}"/>
              </a:ext>
            </a:extLst>
          </p:cNvPr>
          <p:cNvSpPr/>
          <p:nvPr userDrawn="1"/>
        </p:nvSpPr>
        <p:spPr>
          <a:xfrm>
            <a:off x="548640" y="3023616"/>
            <a:ext cx="1109472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F2E557F-A203-6562-56A3-293F35B46653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06C7A0A-1117-81B1-AD42-EC53B6A2E5F5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25" name="Freeform 2">
            <a:extLst>
              <a:ext uri="{FF2B5EF4-FFF2-40B4-BE49-F238E27FC236}">
                <a16:creationId xmlns:a16="http://schemas.microsoft.com/office/drawing/2014/main" id="{99860617-54DD-DD41-2E8D-08CD7AA15341}"/>
              </a:ext>
            </a:extLst>
          </p:cNvPr>
          <p:cNvSpPr/>
          <p:nvPr userDrawn="1"/>
        </p:nvSpPr>
        <p:spPr>
          <a:xfrm>
            <a:off x="10345581" y="190484"/>
            <a:ext cx="1534769" cy="536448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27" name="Titel 25">
            <a:extLst>
              <a:ext uri="{FF2B5EF4-FFF2-40B4-BE49-F238E27FC236}">
                <a16:creationId xmlns:a16="http://schemas.microsoft.com/office/drawing/2014/main" id="{402ABCD7-F8B4-D39B-C7E8-2D50C49A3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864" y="708004"/>
            <a:ext cx="11063486" cy="1206274"/>
          </a:xfrm>
        </p:spPr>
        <p:txBody>
          <a:bodyPr/>
          <a:lstStyle>
            <a:lvl1pPr>
              <a:defRPr lang="de-DE" sz="3467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de-DE" dirty="0"/>
              <a:t>„Zitat“</a:t>
            </a:r>
          </a:p>
        </p:txBody>
      </p:sp>
      <p:sp>
        <p:nvSpPr>
          <p:cNvPr id="30" name="Textplatzhalter 28">
            <a:extLst>
              <a:ext uri="{FF2B5EF4-FFF2-40B4-BE49-F238E27FC236}">
                <a16:creationId xmlns:a16="http://schemas.microsoft.com/office/drawing/2014/main" id="{DE645CC5-3FBA-42E3-FCE7-45AB51C618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7913" y="279265"/>
            <a:ext cx="8765127" cy="342527"/>
          </a:xfrm>
        </p:spPr>
        <p:txBody>
          <a:bodyPr/>
          <a:lstStyle>
            <a:lvl1pPr>
              <a:defRPr lang="de-DE" sz="1067" b="1" i="0" u="none" strike="noStrike" kern="0" cap="all" spc="467" baseline="0" smtClean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2" name="Textplatzhalter 28">
            <a:extLst>
              <a:ext uri="{FF2B5EF4-FFF2-40B4-BE49-F238E27FC236}">
                <a16:creationId xmlns:a16="http://schemas.microsoft.com/office/drawing/2014/main" id="{840EF746-E816-ED89-D6B2-29DCB2E194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312" y="2465558"/>
            <a:ext cx="8765127" cy="342527"/>
          </a:xfrm>
        </p:spPr>
        <p:txBody>
          <a:bodyPr/>
          <a:lstStyle>
            <a:lvl1pPr>
              <a:defRPr lang="de-DE" sz="1400" b="0" i="1" u="none" strike="noStrike" cap="none" dirty="0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– Beschreibung</a:t>
            </a:r>
          </a:p>
        </p:txBody>
      </p:sp>
      <p:sp>
        <p:nvSpPr>
          <p:cNvPr id="3" name="Shape 25">
            <a:extLst>
              <a:ext uri="{FF2B5EF4-FFF2-40B4-BE49-F238E27FC236}">
                <a16:creationId xmlns:a16="http://schemas.microsoft.com/office/drawing/2014/main" id="{D5096ECF-6E1E-7C7A-A5A4-A52B29D1BB3B}"/>
              </a:ext>
            </a:extLst>
          </p:cNvPr>
          <p:cNvSpPr/>
          <p:nvPr userDrawn="1"/>
        </p:nvSpPr>
        <p:spPr>
          <a:xfrm>
            <a:off x="0" y="5900928"/>
            <a:ext cx="12192000" cy="146304"/>
          </a:xfrm>
          <a:prstGeom prst="rect">
            <a:avLst/>
          </a:prstGeom>
          <a:solidFill>
            <a:schemeClr val="accent6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7B3B9FE-B585-2EC1-A954-F5890DA9BA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Content_New_Dark_Orange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5A2C5B-66FF-9717-61C1-21648665EDB7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853200F4-77A2-E40D-DD45-F302481CE089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5CD5F8A8-4612-46D3-4FAA-6A45C4E6A402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34" name="Freeform 2">
            <a:extLst>
              <a:ext uri="{FF2B5EF4-FFF2-40B4-BE49-F238E27FC236}">
                <a16:creationId xmlns:a16="http://schemas.microsoft.com/office/drawing/2014/main" id="{7A58DA90-5A43-D850-77F6-8E1948EF3D05}"/>
              </a:ext>
            </a:extLst>
          </p:cNvPr>
          <p:cNvSpPr/>
          <p:nvPr userDrawn="1"/>
        </p:nvSpPr>
        <p:spPr>
          <a:xfrm>
            <a:off x="10345581" y="190484"/>
            <a:ext cx="1534769" cy="536448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35" name="Titel 60">
            <a:extLst>
              <a:ext uri="{FF2B5EF4-FFF2-40B4-BE49-F238E27FC236}">
                <a16:creationId xmlns:a16="http://schemas.microsoft.com/office/drawing/2014/main" id="{AA96E67C-6481-19E2-9293-B0B2D8772C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804505"/>
            <a:ext cx="10514014" cy="578386"/>
          </a:xfrm>
        </p:spPr>
        <p:txBody>
          <a:bodyPr/>
          <a:lstStyle>
            <a:lvl1pPr>
              <a:defRPr lang="de-DE" sz="3467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6" name="Textplatzhalter 65">
            <a:extLst>
              <a:ext uri="{FF2B5EF4-FFF2-40B4-BE49-F238E27FC236}">
                <a16:creationId xmlns:a16="http://schemas.microsoft.com/office/drawing/2014/main" id="{E8EF570A-DCE0-001B-1948-68B4FC6710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913" y="282914"/>
            <a:ext cx="6320882" cy="375454"/>
          </a:xfrm>
        </p:spPr>
        <p:txBody>
          <a:bodyPr/>
          <a:lstStyle>
            <a:lvl1pPr>
              <a:defRPr lang="de-DE" sz="1067" b="1" i="0" u="none" strike="noStrike" kern="0" cap="all" spc="467" baseline="0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CE6E2CA8-26CE-918C-90B6-254FD087D192}"/>
              </a:ext>
            </a:extLst>
          </p:cNvPr>
          <p:cNvSpPr/>
          <p:nvPr userDrawn="1"/>
        </p:nvSpPr>
        <p:spPr>
          <a:xfrm>
            <a:off x="0" y="5900928"/>
            <a:ext cx="12192000" cy="146304"/>
          </a:xfrm>
          <a:prstGeom prst="rect">
            <a:avLst/>
          </a:prstGeom>
          <a:solidFill>
            <a:srgbClr val="DC640D">
              <a:alpha val="25000"/>
            </a:srgbClr>
          </a:solidFill>
          <a:ln w="12700">
            <a:solidFill>
              <a:srgbClr val="DC640D"/>
            </a:solidFill>
            <a:prstDash val="solid"/>
          </a:ln>
        </p:spPr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FDBF211-E68B-2360-AAAE-B67B41BB54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9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Content_New_Dark_Green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5A2C5B-66FF-9717-61C1-21648665EDB7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853200F4-77A2-E40D-DD45-F302481CE089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5CD5F8A8-4612-46D3-4FAA-6A45C4E6A402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34" name="Freeform 2">
            <a:extLst>
              <a:ext uri="{FF2B5EF4-FFF2-40B4-BE49-F238E27FC236}">
                <a16:creationId xmlns:a16="http://schemas.microsoft.com/office/drawing/2014/main" id="{7A58DA90-5A43-D850-77F6-8E1948EF3D05}"/>
              </a:ext>
            </a:extLst>
          </p:cNvPr>
          <p:cNvSpPr/>
          <p:nvPr userDrawn="1"/>
        </p:nvSpPr>
        <p:spPr>
          <a:xfrm>
            <a:off x="10345581" y="190484"/>
            <a:ext cx="1534769" cy="536448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35" name="Titel 60">
            <a:extLst>
              <a:ext uri="{FF2B5EF4-FFF2-40B4-BE49-F238E27FC236}">
                <a16:creationId xmlns:a16="http://schemas.microsoft.com/office/drawing/2014/main" id="{AA96E67C-6481-19E2-9293-B0B2D8772C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804505"/>
            <a:ext cx="10514014" cy="578386"/>
          </a:xfrm>
        </p:spPr>
        <p:txBody>
          <a:bodyPr/>
          <a:lstStyle>
            <a:lvl1pPr>
              <a:defRPr lang="de-DE" sz="3467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6" name="Textplatzhalter 65">
            <a:extLst>
              <a:ext uri="{FF2B5EF4-FFF2-40B4-BE49-F238E27FC236}">
                <a16:creationId xmlns:a16="http://schemas.microsoft.com/office/drawing/2014/main" id="{E8EF570A-DCE0-001B-1948-68B4FC6710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913" y="282914"/>
            <a:ext cx="6320882" cy="375454"/>
          </a:xfrm>
        </p:spPr>
        <p:txBody>
          <a:bodyPr/>
          <a:lstStyle>
            <a:lvl1pPr>
              <a:defRPr lang="de-DE" sz="1067" b="1" i="0" u="none" strike="noStrike" kern="0" cap="all" spc="467" baseline="0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CE6E2CA8-26CE-918C-90B6-254FD087D192}"/>
              </a:ext>
            </a:extLst>
          </p:cNvPr>
          <p:cNvSpPr/>
          <p:nvPr userDrawn="1"/>
        </p:nvSpPr>
        <p:spPr>
          <a:xfrm>
            <a:off x="0" y="5900928"/>
            <a:ext cx="12192000" cy="146304"/>
          </a:xfrm>
          <a:prstGeom prst="rect">
            <a:avLst/>
          </a:prstGeom>
          <a:solidFill>
            <a:schemeClr val="accent6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BAB8213-0803-18A9-3B76-0302D13FF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23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1_Titelfolie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5A2C5B-66FF-9717-61C1-21648665EDB7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853200F4-77A2-E40D-DD45-F302481CE089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5CD5F8A8-4612-46D3-4FAA-6A45C4E6A402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34" name="Freeform 2">
            <a:extLst>
              <a:ext uri="{FF2B5EF4-FFF2-40B4-BE49-F238E27FC236}">
                <a16:creationId xmlns:a16="http://schemas.microsoft.com/office/drawing/2014/main" id="{7A58DA90-5A43-D850-77F6-8E1948EF3D05}"/>
              </a:ext>
            </a:extLst>
          </p:cNvPr>
          <p:cNvSpPr/>
          <p:nvPr userDrawn="1"/>
        </p:nvSpPr>
        <p:spPr>
          <a:xfrm>
            <a:off x="10345581" y="190484"/>
            <a:ext cx="1534769" cy="536448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35" name="Titel 60">
            <a:extLst>
              <a:ext uri="{FF2B5EF4-FFF2-40B4-BE49-F238E27FC236}">
                <a16:creationId xmlns:a16="http://schemas.microsoft.com/office/drawing/2014/main" id="{AA96E67C-6481-19E2-9293-B0B2D8772C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804505"/>
            <a:ext cx="10514014" cy="578386"/>
          </a:xfrm>
        </p:spPr>
        <p:txBody>
          <a:bodyPr/>
          <a:lstStyle>
            <a:lvl1pPr>
              <a:defRPr lang="de-DE" sz="3467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de-DE" dirty="0"/>
              <a:t>Titel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25C4FB1-C936-5B63-EA12-8059C59F4C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1_Titelfolie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5A2C5B-66FF-9717-61C1-21648665EDB7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853200F4-77A2-E40D-DD45-F302481CE089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5CD5F8A8-4612-46D3-4FAA-6A45C4E6A402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34" name="Freeform 2">
            <a:extLst>
              <a:ext uri="{FF2B5EF4-FFF2-40B4-BE49-F238E27FC236}">
                <a16:creationId xmlns:a16="http://schemas.microsoft.com/office/drawing/2014/main" id="{7A58DA90-5A43-D850-77F6-8E1948EF3D05}"/>
              </a:ext>
            </a:extLst>
          </p:cNvPr>
          <p:cNvSpPr/>
          <p:nvPr userDrawn="1"/>
        </p:nvSpPr>
        <p:spPr>
          <a:xfrm>
            <a:off x="10345581" y="190484"/>
            <a:ext cx="1534769" cy="536448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35" name="Titel 60">
            <a:extLst>
              <a:ext uri="{FF2B5EF4-FFF2-40B4-BE49-F238E27FC236}">
                <a16:creationId xmlns:a16="http://schemas.microsoft.com/office/drawing/2014/main" id="{AA96E67C-6481-19E2-9293-B0B2D8772C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804505"/>
            <a:ext cx="10514014" cy="578386"/>
          </a:xfrm>
        </p:spPr>
        <p:txBody>
          <a:bodyPr/>
          <a:lstStyle>
            <a:lvl1pPr>
              <a:defRPr lang="de-DE" sz="3467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de-DE" dirty="0"/>
              <a:t>Titel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87995E7-CA96-03BC-9207-1F99DEF7B5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6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Content_Centric_New_Dark_Orange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6E4DF7-440B-6F7A-E22E-CBAE0EC7B4AB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198D2AF-7BB2-5759-924B-FA343C667ADA}"/>
              </a:ext>
            </a:extLst>
          </p:cNvPr>
          <p:cNvSpPr/>
          <p:nvPr userDrawn="1"/>
        </p:nvSpPr>
        <p:spPr>
          <a:xfrm>
            <a:off x="3657600" y="3169920"/>
            <a:ext cx="487680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A5EC8F4-28B9-3AE9-ADD1-CD422FA5525F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DD86D0F-A115-7B77-93A8-833099324044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19" name="Freeform 2">
            <a:extLst>
              <a:ext uri="{FF2B5EF4-FFF2-40B4-BE49-F238E27FC236}">
                <a16:creationId xmlns:a16="http://schemas.microsoft.com/office/drawing/2014/main" id="{315BCB45-137D-68A3-CEF5-D1F8680A74E3}"/>
              </a:ext>
            </a:extLst>
          </p:cNvPr>
          <p:cNvSpPr/>
          <p:nvPr userDrawn="1"/>
        </p:nvSpPr>
        <p:spPr>
          <a:xfrm>
            <a:off x="10345581" y="190484"/>
            <a:ext cx="1534769" cy="536448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26" name="Textplatzhalter 46">
            <a:extLst>
              <a:ext uri="{FF2B5EF4-FFF2-40B4-BE49-F238E27FC236}">
                <a16:creationId xmlns:a16="http://schemas.microsoft.com/office/drawing/2014/main" id="{CCE438F5-75F9-43D6-C54F-2069811031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640" y="658368"/>
            <a:ext cx="11277600" cy="914400"/>
          </a:xfrm>
        </p:spPr>
        <p:txBody>
          <a:bodyPr/>
          <a:lstStyle>
            <a:lvl1pPr algn="ctr">
              <a:defRPr lang="de-DE" sz="4800" b="1" i="0" u="none" strike="noStrike" cap="none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Titel Zeile 1</a:t>
            </a:r>
          </a:p>
        </p:txBody>
      </p:sp>
      <p:sp>
        <p:nvSpPr>
          <p:cNvPr id="27" name="Textplatzhalter 46">
            <a:extLst>
              <a:ext uri="{FF2B5EF4-FFF2-40B4-BE49-F238E27FC236}">
                <a16:creationId xmlns:a16="http://schemas.microsoft.com/office/drawing/2014/main" id="{41056DCF-06B0-BA73-0521-A25E9CDCE6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1166" y="1504877"/>
            <a:ext cx="11277600" cy="914400"/>
          </a:xfrm>
        </p:spPr>
        <p:txBody>
          <a:bodyPr/>
          <a:lstStyle>
            <a:lvl1pPr algn="ctr">
              <a:defRPr lang="de-DE" sz="4800" b="1" i="0" u="none" strike="noStrike" cap="none" dirty="0">
                <a:solidFill>
                  <a:srgbClr val="DC640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Titel Zeile 2</a:t>
            </a:r>
          </a:p>
        </p:txBody>
      </p:sp>
      <p:sp>
        <p:nvSpPr>
          <p:cNvPr id="29" name="Textplatzhalter 65">
            <a:extLst>
              <a:ext uri="{FF2B5EF4-FFF2-40B4-BE49-F238E27FC236}">
                <a16:creationId xmlns:a16="http://schemas.microsoft.com/office/drawing/2014/main" id="{498BF7DB-8375-3BC5-097C-064706DB6B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913" y="282914"/>
            <a:ext cx="6320882" cy="375454"/>
          </a:xfrm>
        </p:spPr>
        <p:txBody>
          <a:bodyPr/>
          <a:lstStyle>
            <a:lvl1pPr>
              <a:defRPr lang="de-DE" sz="1067" b="1" i="0" u="none" strike="noStrike" kern="0" cap="all" spc="467" baseline="0" dirty="0">
                <a:solidFill>
                  <a:srgbClr val="F6A8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2" name="Textplatzhalter 65">
            <a:extLst>
              <a:ext uri="{FF2B5EF4-FFF2-40B4-BE49-F238E27FC236}">
                <a16:creationId xmlns:a16="http://schemas.microsoft.com/office/drawing/2014/main" id="{68C61C1F-8B04-621E-8EF0-60C8AC9F40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1166" y="2635970"/>
            <a:ext cx="11277600" cy="375454"/>
          </a:xfrm>
        </p:spPr>
        <p:txBody>
          <a:bodyPr/>
          <a:lstStyle>
            <a:lvl1pPr algn="ctr">
              <a:defRPr lang="de-DE" sz="1600" b="0" i="1" u="none" strike="noStrike" cap="none" dirty="0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C2439460-5A68-27D3-476F-F821E0E841B5}"/>
              </a:ext>
            </a:extLst>
          </p:cNvPr>
          <p:cNvSpPr/>
          <p:nvPr userDrawn="1"/>
        </p:nvSpPr>
        <p:spPr>
          <a:xfrm>
            <a:off x="0" y="5900928"/>
            <a:ext cx="12192000" cy="146304"/>
          </a:xfrm>
          <a:prstGeom prst="rect">
            <a:avLst/>
          </a:prstGeom>
          <a:solidFill>
            <a:srgbClr val="DC640D">
              <a:alpha val="25000"/>
            </a:srgbClr>
          </a:solidFill>
          <a:ln w="12700">
            <a:solidFill>
              <a:srgbClr val="DC640D"/>
            </a:solidFill>
            <a:prstDash val="solid"/>
          </a:ln>
        </p:spPr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2C924F94-5C9F-4DEF-10EA-535818C409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3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Content_Centric_New_Dark_Green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6E4DF7-440B-6F7A-E22E-CBAE0EC7B4AB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198D2AF-7BB2-5759-924B-FA343C667ADA}"/>
              </a:ext>
            </a:extLst>
          </p:cNvPr>
          <p:cNvSpPr/>
          <p:nvPr userDrawn="1"/>
        </p:nvSpPr>
        <p:spPr>
          <a:xfrm>
            <a:off x="3657600" y="3169920"/>
            <a:ext cx="487680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A5EC8F4-28B9-3AE9-ADD1-CD422FA5525F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DD86D0F-A115-7B77-93A8-833099324044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19" name="Freeform 2">
            <a:extLst>
              <a:ext uri="{FF2B5EF4-FFF2-40B4-BE49-F238E27FC236}">
                <a16:creationId xmlns:a16="http://schemas.microsoft.com/office/drawing/2014/main" id="{315BCB45-137D-68A3-CEF5-D1F8680A74E3}"/>
              </a:ext>
            </a:extLst>
          </p:cNvPr>
          <p:cNvSpPr/>
          <p:nvPr userDrawn="1"/>
        </p:nvSpPr>
        <p:spPr>
          <a:xfrm>
            <a:off x="10345581" y="190484"/>
            <a:ext cx="1534769" cy="536448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26" name="Textplatzhalter 46">
            <a:extLst>
              <a:ext uri="{FF2B5EF4-FFF2-40B4-BE49-F238E27FC236}">
                <a16:creationId xmlns:a16="http://schemas.microsoft.com/office/drawing/2014/main" id="{CCE438F5-75F9-43D6-C54F-2069811031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640" y="658368"/>
            <a:ext cx="11277600" cy="914400"/>
          </a:xfrm>
        </p:spPr>
        <p:txBody>
          <a:bodyPr/>
          <a:lstStyle>
            <a:lvl1pPr algn="ctr">
              <a:defRPr lang="de-DE" sz="4800" b="1" i="0" u="none" strike="noStrike" cap="none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Titel Zeile 1</a:t>
            </a:r>
          </a:p>
        </p:txBody>
      </p:sp>
      <p:sp>
        <p:nvSpPr>
          <p:cNvPr id="27" name="Textplatzhalter 46">
            <a:extLst>
              <a:ext uri="{FF2B5EF4-FFF2-40B4-BE49-F238E27FC236}">
                <a16:creationId xmlns:a16="http://schemas.microsoft.com/office/drawing/2014/main" id="{41056DCF-06B0-BA73-0521-A25E9CDCE6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1166" y="1504877"/>
            <a:ext cx="11277600" cy="914400"/>
          </a:xfrm>
        </p:spPr>
        <p:txBody>
          <a:bodyPr/>
          <a:lstStyle>
            <a:lvl1pPr algn="ctr">
              <a:defRPr lang="de-DE" sz="4800" b="1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Titel Zeile 2</a:t>
            </a:r>
          </a:p>
        </p:txBody>
      </p:sp>
      <p:sp>
        <p:nvSpPr>
          <p:cNvPr id="29" name="Textplatzhalter 65">
            <a:extLst>
              <a:ext uri="{FF2B5EF4-FFF2-40B4-BE49-F238E27FC236}">
                <a16:creationId xmlns:a16="http://schemas.microsoft.com/office/drawing/2014/main" id="{498BF7DB-8375-3BC5-097C-064706DB6B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913" y="282914"/>
            <a:ext cx="6320882" cy="375454"/>
          </a:xfrm>
        </p:spPr>
        <p:txBody>
          <a:bodyPr/>
          <a:lstStyle>
            <a:lvl1pPr>
              <a:defRPr lang="de-DE" sz="1067" b="1" i="0" u="none" strike="noStrike" kern="0" cap="all" spc="467" baseline="0" dirty="0">
                <a:solidFill>
                  <a:srgbClr val="F6A8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2" name="Textplatzhalter 65">
            <a:extLst>
              <a:ext uri="{FF2B5EF4-FFF2-40B4-BE49-F238E27FC236}">
                <a16:creationId xmlns:a16="http://schemas.microsoft.com/office/drawing/2014/main" id="{68C61C1F-8B04-621E-8EF0-60C8AC9F40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1166" y="2635970"/>
            <a:ext cx="11277600" cy="375454"/>
          </a:xfrm>
        </p:spPr>
        <p:txBody>
          <a:bodyPr/>
          <a:lstStyle>
            <a:lvl1pPr algn="ctr">
              <a:defRPr lang="de-DE" sz="1600" b="0" i="1" u="none" strike="noStrike" cap="none" dirty="0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C2439460-5A68-27D3-476F-F821E0E841B5}"/>
              </a:ext>
            </a:extLst>
          </p:cNvPr>
          <p:cNvSpPr/>
          <p:nvPr userDrawn="1"/>
        </p:nvSpPr>
        <p:spPr>
          <a:xfrm>
            <a:off x="0" y="5900928"/>
            <a:ext cx="12192000" cy="146304"/>
          </a:xfrm>
          <a:prstGeom prst="rect">
            <a:avLst/>
          </a:prstGeom>
          <a:solidFill>
            <a:schemeClr val="accent6">
              <a:alpha val="2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A70EABD-CA0F-00C8-6170-FE3DC5D6A1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47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 userDrawn="1">
  <p:cSld name="Contact_New_Dark_Orange">
    <p:bg>
      <p:bgPr>
        <a:solidFill>
          <a:srgbClr val="10130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>
            <a:extLst>
              <a:ext uri="{FF2B5EF4-FFF2-40B4-BE49-F238E27FC236}">
                <a16:creationId xmlns:a16="http://schemas.microsoft.com/office/drawing/2014/main" id="{249AEDCA-A058-C27B-7243-09F64D2B32FF}"/>
              </a:ext>
            </a:extLst>
          </p:cNvPr>
          <p:cNvSpPr/>
          <p:nvPr userDrawn="1"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50ACFDCA-5A75-0C64-EAE3-253D8E194456}"/>
              </a:ext>
            </a:extLst>
          </p:cNvPr>
          <p:cNvSpPr/>
          <p:nvPr userDrawn="1"/>
        </p:nvSpPr>
        <p:spPr>
          <a:xfrm>
            <a:off x="7741920" y="85344"/>
            <a:ext cx="48768" cy="5974080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11ACD382-F685-F69B-CC01-ECB538B80E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24800" y="4023361"/>
            <a:ext cx="4267200" cy="1977543"/>
          </a:xfrm>
          <a:prstGeom prst="rect">
            <a:avLst/>
          </a:prstGeom>
        </p:spPr>
      </p:pic>
      <p:sp>
        <p:nvSpPr>
          <p:cNvPr id="35" name="Text 5">
            <a:extLst>
              <a:ext uri="{FF2B5EF4-FFF2-40B4-BE49-F238E27FC236}">
                <a16:creationId xmlns:a16="http://schemas.microsoft.com/office/drawing/2014/main" id="{1D33C2FD-AE63-B27F-78CC-4133E6B16300}"/>
              </a:ext>
            </a:extLst>
          </p:cNvPr>
          <p:cNvSpPr/>
          <p:nvPr userDrawn="1"/>
        </p:nvSpPr>
        <p:spPr>
          <a:xfrm>
            <a:off x="548640" y="243840"/>
            <a:ext cx="8534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kern="0" spc="467" dirty="0">
                <a:solidFill>
                  <a:srgbClr val="F6A800"/>
                </a:solidFill>
              </a:rPr>
              <a:t>KONTAKT</a:t>
            </a:r>
            <a:endParaRPr lang="en-US" sz="1067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3E31550F-B73A-C50E-B94F-F1571DB568B7}"/>
              </a:ext>
            </a:extLst>
          </p:cNvPr>
          <p:cNvSpPr/>
          <p:nvPr userDrawn="1"/>
        </p:nvSpPr>
        <p:spPr>
          <a:xfrm>
            <a:off x="548640" y="20238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A9AAA"/>
                </a:solidFill>
              </a:rPr>
              <a:t>KI-Servicezentrum Berlin-Brandenburg</a:t>
            </a:r>
            <a:endParaRPr lang="en-US" sz="1467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F52658B9-93CA-37C9-6348-D2736BB412E9}"/>
              </a:ext>
            </a:extLst>
          </p:cNvPr>
          <p:cNvSpPr/>
          <p:nvPr userDrawn="1"/>
        </p:nvSpPr>
        <p:spPr>
          <a:xfrm>
            <a:off x="548640" y="2560320"/>
            <a:ext cx="1706880" cy="54864"/>
          </a:xfrm>
          <a:prstGeom prst="rect">
            <a:avLst/>
          </a:prstGeom>
          <a:solidFill>
            <a:srgbClr val="DC640D"/>
          </a:solidFill>
          <a:ln w="12700">
            <a:solidFill>
              <a:srgbClr val="DC640D"/>
            </a:solidFill>
            <a:prstDash val="solid"/>
          </a:ln>
        </p:spPr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64031A14-3413-1BEB-1741-72B0EDC916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0" y="2865120"/>
            <a:ext cx="365760" cy="365760"/>
          </a:xfrm>
          <a:prstGeom prst="rect">
            <a:avLst/>
          </a:prstGeom>
        </p:spPr>
      </p:pic>
      <p:sp>
        <p:nvSpPr>
          <p:cNvPr id="41" name="Text 10">
            <a:extLst>
              <a:ext uri="{FF2B5EF4-FFF2-40B4-BE49-F238E27FC236}">
                <a16:creationId xmlns:a16="http://schemas.microsoft.com/office/drawing/2014/main" id="{215D54D7-810A-6E72-58C1-B1F44F181110}"/>
              </a:ext>
            </a:extLst>
          </p:cNvPr>
          <p:cNvSpPr/>
          <p:nvPr userDrawn="1"/>
        </p:nvSpPr>
        <p:spPr>
          <a:xfrm>
            <a:off x="1072896" y="2865120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FFFFFF"/>
                </a:solidFill>
              </a:rPr>
              <a:t>ki-servicezentrum@hpi.de</a:t>
            </a:r>
            <a:endParaRPr lang="en-US" sz="1733" dirty="0"/>
          </a:p>
        </p:txBody>
      </p:sp>
      <p:pic>
        <p:nvPicPr>
          <p:cNvPr id="42" name="Image 3" descr="preencoded.png">
            <a:extLst>
              <a:ext uri="{FF2B5EF4-FFF2-40B4-BE49-F238E27FC236}">
                <a16:creationId xmlns:a16="http://schemas.microsoft.com/office/drawing/2014/main" id="{E341B16B-4F6D-4F93-E2C3-E44D314383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0" y="3438144"/>
            <a:ext cx="365760" cy="365760"/>
          </a:xfrm>
          <a:prstGeom prst="rect">
            <a:avLst/>
          </a:prstGeom>
        </p:spPr>
      </p:pic>
      <p:sp>
        <p:nvSpPr>
          <p:cNvPr id="43" name="Text 11">
            <a:extLst>
              <a:ext uri="{FF2B5EF4-FFF2-40B4-BE49-F238E27FC236}">
                <a16:creationId xmlns:a16="http://schemas.microsoft.com/office/drawing/2014/main" id="{06241AD1-F24C-A6DA-E097-EDF0086C68A3}"/>
              </a:ext>
            </a:extLst>
          </p:cNvPr>
          <p:cNvSpPr/>
          <p:nvPr userDrawn="1"/>
        </p:nvSpPr>
        <p:spPr>
          <a:xfrm>
            <a:off x="1072896" y="3438144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FFFFFF"/>
                </a:solidFill>
              </a:rPr>
              <a:t>hpi.de/kisz</a:t>
            </a:r>
            <a:endParaRPr lang="en-US" sz="1733" dirty="0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F3982E1F-2F6F-8EEE-10B5-2A7E4B94CE51}"/>
              </a:ext>
            </a:extLst>
          </p:cNvPr>
          <p:cNvSpPr/>
          <p:nvPr userDrawn="1"/>
        </p:nvSpPr>
        <p:spPr>
          <a:xfrm>
            <a:off x="365760" y="6071616"/>
            <a:ext cx="11460480" cy="0"/>
          </a:xfrm>
          <a:prstGeom prst="line">
            <a:avLst/>
          </a:prstGeom>
          <a:noFill/>
          <a:ln w="9525">
            <a:solidFill>
              <a:srgbClr val="3A3948"/>
            </a:solidFill>
            <a:prstDash val="solid"/>
          </a:ln>
        </p:spPr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0AC408A0-B31A-C6FC-7B6E-A47F36EB915B}"/>
              </a:ext>
            </a:extLst>
          </p:cNvPr>
          <p:cNvSpPr/>
          <p:nvPr userDrawn="1"/>
        </p:nvSpPr>
        <p:spPr>
          <a:xfrm>
            <a:off x="10119360" y="6315456"/>
            <a:ext cx="17678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9A9AAA"/>
                </a:solidFill>
              </a:rPr>
              <a:t>hpi.de/kisz</a:t>
            </a:r>
            <a:endParaRPr lang="en-US" sz="1067" dirty="0"/>
          </a:p>
        </p:txBody>
      </p:sp>
      <p:sp>
        <p:nvSpPr>
          <p:cNvPr id="50" name="Freeform 2">
            <a:extLst>
              <a:ext uri="{FF2B5EF4-FFF2-40B4-BE49-F238E27FC236}">
                <a16:creationId xmlns:a16="http://schemas.microsoft.com/office/drawing/2014/main" id="{9DDF55A5-BA23-D583-9433-54D7A064ADFA}"/>
              </a:ext>
            </a:extLst>
          </p:cNvPr>
          <p:cNvSpPr/>
          <p:nvPr userDrawn="1"/>
        </p:nvSpPr>
        <p:spPr>
          <a:xfrm>
            <a:off x="8060745" y="512066"/>
            <a:ext cx="3826456" cy="1337461"/>
          </a:xfrm>
          <a:custGeom>
            <a:avLst/>
            <a:gdLst/>
            <a:ahLst/>
            <a:cxnLst/>
            <a:rect l="l" t="t" r="r" b="b"/>
            <a:pathLst>
              <a:path w="4190873" h="1464835">
                <a:moveTo>
                  <a:pt x="0" y="0"/>
                </a:moveTo>
                <a:lnTo>
                  <a:pt x="4190873" y="0"/>
                </a:lnTo>
                <a:lnTo>
                  <a:pt x="4190873" y="1464834"/>
                </a:lnTo>
                <a:lnTo>
                  <a:pt x="0" y="14648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de-DE" sz="3200"/>
          </a:p>
        </p:txBody>
      </p:sp>
      <p:sp>
        <p:nvSpPr>
          <p:cNvPr id="55" name="Google Shape;134;p15">
            <a:extLst>
              <a:ext uri="{FF2B5EF4-FFF2-40B4-BE49-F238E27FC236}">
                <a16:creationId xmlns:a16="http://schemas.microsoft.com/office/drawing/2014/main" id="{2FD44716-2679-51F1-B5DE-C83AF10CB6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747277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4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1" name="Textplatzhalter 59">
            <a:extLst>
              <a:ext uri="{FF2B5EF4-FFF2-40B4-BE49-F238E27FC236}">
                <a16:creationId xmlns:a16="http://schemas.microsoft.com/office/drawing/2014/main" id="{5244DE9A-EA2E-3179-8ABA-83C247D147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666" y="1612487"/>
            <a:ext cx="1884362" cy="439166"/>
          </a:xfrm>
        </p:spPr>
        <p:txBody>
          <a:bodyPr/>
          <a:lstStyle>
            <a:lvl1pPr>
              <a:defRPr lang="de-DE" sz="1667" b="0" i="0" u="none" strike="noStrike" cap="none" smtClean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/>
              <a:t>Rolle</a:t>
            </a:r>
          </a:p>
        </p:txBody>
      </p:sp>
      <p:pic>
        <p:nvPicPr>
          <p:cNvPr id="62" name="Image 1" descr="preencoded.png">
            <a:extLst>
              <a:ext uri="{FF2B5EF4-FFF2-40B4-BE49-F238E27FC236}">
                <a16:creationId xmlns:a16="http://schemas.microsoft.com/office/drawing/2014/main" id="{B5043BFC-B469-AFF1-B5F8-CCEDCA50BBE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317913" y="6125261"/>
            <a:ext cx="1097280" cy="73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26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>
  <p:cSld name="1_Titelfolie">
    <p:bg>
      <p:bgPr>
        <a:solidFill>
          <a:schemeClr val="bg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bg1"/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0E3660A-1D0C-8A16-64A4-473D6A33D5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4523" y="446444"/>
            <a:ext cx="1726918" cy="610163"/>
          </a:xfrm>
          <a:prstGeom prst="rect">
            <a:avLst/>
          </a:prstGeom>
        </p:spPr>
      </p:pic>
      <p:pic>
        <p:nvPicPr>
          <p:cNvPr id="6" name="Google Shape;20;p2"/>
          <p:cNvPicPr preferRelativeResize="0"/>
          <p:nvPr userDrawn="1"/>
        </p:nvPicPr>
        <p:blipFill rotWithShape="1">
          <a:blip r:embed="rId4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0B32D28F-B087-9B58-8189-24EDBEBFDF4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04523" y="1152000"/>
            <a:ext cx="1705179" cy="113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4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Google Shape;40;p4">
            <a:extLst>
              <a:ext uri="{FF2B5EF4-FFF2-40B4-BE49-F238E27FC236}">
                <a16:creationId xmlns:a16="http://schemas.microsoft.com/office/drawing/2014/main" id="{72F63D37-7F20-17B0-CCE3-94EBB86F47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" name="Google Shape;134;p15">
            <a:extLst>
              <a:ext uri="{FF2B5EF4-FFF2-40B4-BE49-F238E27FC236}">
                <a16:creationId xmlns:a16="http://schemas.microsoft.com/office/drawing/2014/main" id="{82374E83-9E09-0C86-54AE-659228696D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364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EF291D13-D1CC-1DC3-70E1-665C5235A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85DED6EB-14B7-8C8F-0858-18D7E08B8F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340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56ED25AF-4EBD-2254-4C4C-6AA067C5A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86BB004A-89D7-8AF2-ADD3-9380902DBB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899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BBE6B796-4D84-E6D1-DF2E-478573A1E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0ABB4598-25FE-0A86-CD1F-D7AAAFEC29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380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51B03F3B-0E13-8A0A-2434-8AC473714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6A533E51-3378-2F65-B931-842E03231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131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321B610B-64F7-D6A3-8D6F-744AF321E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Google Shape;40;p4">
            <a:extLst>
              <a:ext uri="{FF2B5EF4-FFF2-40B4-BE49-F238E27FC236}">
                <a16:creationId xmlns:a16="http://schemas.microsoft.com/office/drawing/2014/main" id="{D94C1399-A05C-DA8C-25EA-43D1A7C140E5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514350" lvl="0" indent="-2857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58000"/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bg1"/>
              </a:buClr>
              <a:buSzPct val="113000"/>
              <a:buFont typeface="Wingdings" panose="05000000000000000000" pitchFamily="2" charset="2"/>
              <a:buChar char="§"/>
              <a:defRPr>
                <a:solidFill>
                  <a:srgbClr val="FFFFFF"/>
                </a:solidFill>
              </a:defRPr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de-DE" dirty="0" err="1"/>
              <a:t>Fgh</a:t>
            </a:r>
            <a:endParaRPr lang="de-DE" dirty="0"/>
          </a:p>
          <a:p>
            <a:pPr lvl="1"/>
            <a:r>
              <a:rPr lang="de-DE" dirty="0" err="1"/>
              <a:t>dfgdfg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14" name="Google Shape;134;p15">
            <a:extLst>
              <a:ext uri="{FF2B5EF4-FFF2-40B4-BE49-F238E27FC236}">
                <a16:creationId xmlns:a16="http://schemas.microsoft.com/office/drawing/2014/main" id="{CFCFD0D0-E24D-98F7-3110-1728845B5E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22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907DAB2-1F16-E43A-3DC4-B6A974BAEB11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BFF8EA9B-1C85-4656-0FA5-E04DA75A4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63A1B92-DF67-CD59-426B-5A25B9EE24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94867" y="311569"/>
            <a:ext cx="1660938" cy="586850"/>
          </a:xfrm>
          <a:prstGeom prst="rect">
            <a:avLst/>
          </a:prstGeom>
        </p:spPr>
      </p:pic>
      <p:sp>
        <p:nvSpPr>
          <p:cNvPr id="11" name="Google Shape;134;p15">
            <a:extLst>
              <a:ext uri="{FF2B5EF4-FFF2-40B4-BE49-F238E27FC236}">
                <a16:creationId xmlns:a16="http://schemas.microsoft.com/office/drawing/2014/main" id="{D1A9ED63-B917-4C1A-2A97-922194B70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594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6265508-9AEA-37D5-75A4-31412279FABE}"/>
              </a:ext>
            </a:extLst>
          </p:cNvPr>
          <p:cNvSpPr/>
          <p:nvPr userDrawn="1"/>
        </p:nvSpPr>
        <p:spPr>
          <a:xfrm>
            <a:off x="200167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B3C7E3A-DCE4-A96C-6C79-D67DA44C41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555" t="7416" r="3950" b="10350"/>
          <a:stretch/>
        </p:blipFill>
        <p:spPr>
          <a:xfrm>
            <a:off x="10190303" y="292593"/>
            <a:ext cx="1668083" cy="592932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FD026BEB-E418-E116-6D3D-6DB31DD85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Google Shape;134;p15">
            <a:extLst>
              <a:ext uri="{FF2B5EF4-FFF2-40B4-BE49-F238E27FC236}">
                <a16:creationId xmlns:a16="http://schemas.microsoft.com/office/drawing/2014/main" id="{4D92B17C-3272-C651-466F-574E1104A3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579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759BE8E-E107-725F-DCAA-612D12BE8D23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E0C629-8494-42BD-7E2C-D046B0345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442" t="7231" r="483" b="3301"/>
          <a:stretch/>
        </p:blipFill>
        <p:spPr>
          <a:xfrm>
            <a:off x="10184368" y="292593"/>
            <a:ext cx="1674018" cy="592932"/>
          </a:xfrm>
          <a:prstGeom prst="rect">
            <a:avLst/>
          </a:prstGeom>
        </p:spPr>
      </p:pic>
      <p:sp>
        <p:nvSpPr>
          <p:cNvPr id="12" name="Google Shape;60;p7">
            <a:extLst>
              <a:ext uri="{FF2B5EF4-FFF2-40B4-BE49-F238E27FC236}">
                <a16:creationId xmlns:a16="http://schemas.microsoft.com/office/drawing/2014/main" id="{DB7BC548-6090-CA7A-F00D-062EBC8756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4410A0B3-ADF8-BB30-C3F3-75C5430461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7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7CFC5A3-06F9-B9EA-2D0A-3758E7734044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839AA95-56E8-1B3E-FAE9-53726129AA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168" b="1693"/>
          <a:stretch/>
        </p:blipFill>
        <p:spPr>
          <a:xfrm>
            <a:off x="10196070" y="287536"/>
            <a:ext cx="1666842" cy="59257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B03A098F-B367-4F6D-98FD-37C79E0C8A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E429B06B-B371-48FC-9D50-8885B5E8C7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514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1E948B8-829C-AB3C-FBEE-5D482CD8D845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F78FD4C-17F2-9AB6-C93F-20A144842E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934" t="6899" r="623"/>
          <a:stretch/>
        </p:blipFill>
        <p:spPr>
          <a:xfrm>
            <a:off x="10203690" y="302761"/>
            <a:ext cx="1654696" cy="58322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59173232-E0CF-C3DF-2C57-6CD02D20AB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989240F9-9A4B-7B9D-0547-6348EF6F8B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031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D091F16-BA09-BADD-0CB2-E82A3AAF3BB8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950FE25-7202-9838-476E-FCBBB7AA4D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3736" r="623" b="3087"/>
          <a:stretch/>
        </p:blipFill>
        <p:spPr>
          <a:xfrm>
            <a:off x="10194866" y="311568"/>
            <a:ext cx="1660938" cy="572841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BFF8EA9B-1C85-4656-0FA5-E04DA75A4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432F4061-6CF1-1989-B16F-E4BB5A305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422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B253E7-E103-C0CF-3E17-93350DD7A41F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11" name="Google Shape;134;p15">
            <a:extLst>
              <a:ext uri="{FF2B5EF4-FFF2-40B4-BE49-F238E27FC236}">
                <a16:creationId xmlns:a16="http://schemas.microsoft.com/office/drawing/2014/main" id="{68D0BE14-D3E5-25A6-996E-4246A573A1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023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E3A5BAD-26C8-942D-897C-C51DD99FAED3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9FAFF30B-54F1-8E0C-5984-0B9104490F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13" name="Google Shape;40;p4">
            <a:extLst>
              <a:ext uri="{FF2B5EF4-FFF2-40B4-BE49-F238E27FC236}">
                <a16:creationId xmlns:a16="http://schemas.microsoft.com/office/drawing/2014/main" id="{CE79A2F5-8992-C8F4-E0BF-0E2CB8A77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34;p15">
            <a:extLst>
              <a:ext uri="{FF2B5EF4-FFF2-40B4-BE49-F238E27FC236}">
                <a16:creationId xmlns:a16="http://schemas.microsoft.com/office/drawing/2014/main" id="{9D4A5B76-004C-DA5D-AF37-684670EE18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195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B2E3FD4D-4BAE-20D9-F11B-C9B907C1C103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613D350-73C4-A254-2B82-A2D28A43D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8ABFDF8E-2714-DEBF-2939-E469AC3CE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2F1A62A0-5198-FFB5-EF03-EB8E2C3B27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01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8DDDF9D8-8B75-D2E4-A55A-F57F61F8E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89DC3406-4947-803D-3A4E-28BBF825E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5" name="Google Shape;134;p15">
            <a:extLst>
              <a:ext uri="{FF2B5EF4-FFF2-40B4-BE49-F238E27FC236}">
                <a16:creationId xmlns:a16="http://schemas.microsoft.com/office/drawing/2014/main" id="{C590BE0F-A166-C2BF-D6AF-180CDA0B0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601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09E99921-C510-7243-5D50-F7AD23D7FC9B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2A3D60E5-5F1B-EC13-9002-8CE5275DF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46D99F7D-81E8-E37E-8330-1F5F41E5A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834A3C04-9B40-860D-61A6-73D38134B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0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D6DD659-B927-3964-615D-EC244D06202E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2A3D60E5-5F1B-EC13-9002-8CE5275DF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466811DF-A9BB-2F47-E804-FEEAF2BCB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6A022888-6633-0D84-D7B7-8CF3508601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3337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2A0280BF-0E7C-AFED-D6FE-678A1880DF56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23031402-6EC7-6D0B-0C21-55A800158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2CC05627-B4CE-8193-CB4C-A9CD8EFA7C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940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E50E069-5CB9-5398-B121-9F8D075B6CBA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775894F4-7512-9DCE-C06E-3692E9AF97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8CF486B0-3028-8CCA-1246-88FBCD773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7157B6B7-BB38-E050-26B8-421020BD14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425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C95FD821-2EF0-F787-BD25-59427DA2FCB9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5DBA9C0-1367-43D6-F92B-2BC631589F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AF81C945-CDA9-D795-D99E-9E6956E08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54133D51-A694-9CD9-6F8D-7E8E569978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719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C95AD7B-2E81-A66B-FE43-97CF906AD6C5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rgbClr val="007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AE2036F9-DFD9-5610-5439-957AC760D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0ADCEF86-E678-7C5D-ED12-815CF3260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AD93AF2E-B9F4-E470-5741-A4F1004D4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955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4D93132-4A58-7B06-7D90-E715012A5D84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rgbClr val="18E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321B610B-64F7-D6A3-8D6F-744AF321E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41F88245-1CCC-370D-1062-CB04B28AB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579F8731-A184-B349-31B3-18F2A474A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1203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hell" preserve="1" userDrawn="1">
  <p:cSld name="Leer hell">
    <p:bg>
      <p:bgPr>
        <a:solidFill>
          <a:schemeClr val="bg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42;p5">
            <a:extLst>
              <a:ext uri="{FF2B5EF4-FFF2-40B4-BE49-F238E27FC236}">
                <a16:creationId xmlns:a16="http://schemas.microsoft.com/office/drawing/2014/main" id="{826AB866-D8C1-E796-E460-12E4F2141A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 rot="10800000" flipV="1">
            <a:off x="6513446" y="2441422"/>
            <a:ext cx="7789690" cy="5946121"/>
          </a:xfrm>
          <a:prstGeom prst="rect">
            <a:avLst/>
          </a:prstGeom>
          <a:noFill/>
          <a:ln>
            <a:noFill/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992FB5AC-7938-700F-A2DE-6E72FFE0D756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56E674C0-461E-EB3E-51A7-188B569B21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144B6387-8C7C-8BA8-DAD4-9E24A34F4E0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C9AA6CDF-C2D8-66CE-164D-43EDC659F4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4" name="Google Shape;50;p6">
            <a:extLst>
              <a:ext uri="{FF2B5EF4-FFF2-40B4-BE49-F238E27FC236}">
                <a16:creationId xmlns:a16="http://schemas.microsoft.com/office/drawing/2014/main" id="{DFA379ED-BBB8-344D-3762-3D5D7DE02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52;p6">
            <a:extLst>
              <a:ext uri="{FF2B5EF4-FFF2-40B4-BE49-F238E27FC236}">
                <a16:creationId xmlns:a16="http://schemas.microsoft.com/office/drawing/2014/main" id="{82E9E9B7-158B-6C97-993D-E5724D5D56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039243C2-AB81-0464-CB69-B49220FC4D7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82786" y="438764"/>
            <a:ext cx="1748655" cy="61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25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>
  <p:cSld name="1_Leer dunkel">
    <p:bg>
      <p:bgPr>
        <a:solidFill>
          <a:schemeClr val="dk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B0BF41E5-5043-1676-634A-40E34BE61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2" name="Google Shape;42;p5">
            <a:extLst>
              <a:ext uri="{FF2B5EF4-FFF2-40B4-BE49-F238E27FC236}">
                <a16:creationId xmlns:a16="http://schemas.microsoft.com/office/drawing/2014/main" id="{C66AEA29-77E0-21E3-CA86-7D515B5A085C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3085333" y="260100"/>
            <a:ext cx="9660910" cy="78703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747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375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lussfolie" preserve="1">
  <p:cSld name="Abschlussfolie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 rotWithShape="1"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684787" y="-627015"/>
            <a:ext cx="10703154" cy="756339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0" name="Google Shape;50;p6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53" name="Google Shape;5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C072C3A-9DC1-18BF-6974-3EEFD44EE1E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26263" y="453524"/>
            <a:ext cx="1705178" cy="603083"/>
          </a:xfrm>
          <a:prstGeom prst="rect">
            <a:avLst/>
          </a:prstGeom>
        </p:spPr>
      </p:pic>
      <p:pic>
        <p:nvPicPr>
          <p:cNvPr id="3" name="Grafik 2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B6E005FD-DA69-BC23-E7D7-52DB0268EA8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26263" y="1152000"/>
            <a:ext cx="1705178" cy="113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4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>
  <p:cSld name="1_Leer dunkel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42;p5">
            <a:extLst>
              <a:ext uri="{FF2B5EF4-FFF2-40B4-BE49-F238E27FC236}">
                <a16:creationId xmlns:a16="http://schemas.microsoft.com/office/drawing/2014/main" id="{F47AA3BD-061C-FFF1-2597-0E003D1A2DD3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31937" b="16168"/>
          <a:stretch/>
        </p:blipFill>
        <p:spPr>
          <a:xfrm>
            <a:off x="-1" y="260101"/>
            <a:ext cx="6575577" cy="65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fik 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DAA60E84-C429-8733-F2F3-E5D8F35595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2" name="Grafik 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D7CADC23-6428-4139-3752-F45AF64B83B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26606" y="863183"/>
            <a:ext cx="1705178" cy="113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4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mit Bild" preserve="1" userDrawn="1">
  <p:cSld name="Zitat mit Bild">
    <p:bg>
      <p:bgPr>
        <a:solidFill>
          <a:schemeClr val="accent3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>
            <a:spLocks noGrp="1"/>
          </p:cNvSpPr>
          <p:nvPr>
            <p:ph type="pic" idx="2"/>
          </p:nvPr>
        </p:nvSpPr>
        <p:spPr>
          <a:xfrm>
            <a:off x="5976938" y="-1"/>
            <a:ext cx="6215062" cy="68580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524104" y="6459251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5640E307-2BF9-CACF-4C05-D4C13B05D7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80C61190-CD21-681A-3A04-E027813C89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AE162294-E63D-B8E4-23E2-BCED6DD32EE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6D2527C2-7F56-98F6-7066-F05A590E2D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4;p12">
            <a:extLst>
              <a:ext uri="{FF2B5EF4-FFF2-40B4-BE49-F238E27FC236}">
                <a16:creationId xmlns:a16="http://schemas.microsoft.com/office/drawing/2014/main" id="{78011120-BB62-FEEF-47A5-CC5E0ADEDF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626" y="1602999"/>
            <a:ext cx="5335504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134;p15">
            <a:extLst>
              <a:ext uri="{FF2B5EF4-FFF2-40B4-BE49-F238E27FC236}">
                <a16:creationId xmlns:a16="http://schemas.microsoft.com/office/drawing/2014/main" id="{D15598A7-DB5B-B8C8-4182-4D26D183A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369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inks, 3 Fotos rechts" preserve="1" userDrawn="1">
  <p:cSld name="Text links, 3 Fotos rech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50125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36C69AB-71BA-35D0-5DC2-020FD72727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51AF5458-1F33-7EAE-8751-F24D3E564DA2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F73E771-922B-A0AC-6CEB-0A89C788A8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4EA795FC-9247-8B6F-D503-8DB8D86A459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74E7EFAB-5783-4320-7B8C-436DCBD5F8C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" name="Google Shape;104;p12">
            <a:extLst>
              <a:ext uri="{FF2B5EF4-FFF2-40B4-BE49-F238E27FC236}">
                <a16:creationId xmlns:a16="http://schemas.microsoft.com/office/drawing/2014/main" id="{EB61180E-BCC0-FC25-978B-E06302556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626" y="1602999"/>
            <a:ext cx="5335504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2D1482AC-51B3-ADB0-D743-121C59C19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942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inks, 3 Fotos rechts" preserve="1" userDrawn="1">
  <p:cSld name="1_Text links, 3 Fotos rech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5" name="Google Shape;95;p11"/>
          <p:cNvSpPr>
            <a:spLocks noGrp="1"/>
          </p:cNvSpPr>
          <p:nvPr>
            <p:ph type="pic" idx="3"/>
          </p:nvPr>
        </p:nvSpPr>
        <p:spPr>
          <a:xfrm>
            <a:off x="6095999" y="3805207"/>
            <a:ext cx="56153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C10F341-74D3-D39A-82DD-6DEDDE1DB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24CE71F0-15EB-9D75-ABB8-6AB53DF35864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F2E2A29-DC49-1C86-6108-BA6A188D34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7DEC054-E745-A070-24FC-86C5322CF82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DF52E6A9-ECE3-383C-5B55-3BEEFA354C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1D8C8578-FBEB-83BF-088F-0FF036B33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4214" y="1602999"/>
            <a:ext cx="5341916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34;p15">
            <a:extLst>
              <a:ext uri="{FF2B5EF4-FFF2-40B4-BE49-F238E27FC236}">
                <a16:creationId xmlns:a16="http://schemas.microsoft.com/office/drawing/2014/main" id="{E04D412F-B365-ECD8-8FFF-3B124DCAD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532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ext links, 3 Fotos rechts" preserve="1" userDrawn="1">
  <p:cSld name="2_Text links, 3 Fotos rech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5" name="Google Shape;105;p12"/>
          <p:cNvSpPr>
            <a:spLocks noGrp="1"/>
          </p:cNvSpPr>
          <p:nvPr>
            <p:ph type="pic" idx="3"/>
          </p:nvPr>
        </p:nvSpPr>
        <p:spPr>
          <a:xfrm>
            <a:off x="6096000" y="3805207"/>
            <a:ext cx="2628000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4"/>
          </p:nvPr>
        </p:nvSpPr>
        <p:spPr>
          <a:xfrm>
            <a:off x="9084575" y="3805207"/>
            <a:ext cx="2628000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E81F2A6-5D28-F8CC-6798-1C5AC63C55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88D9641-BD84-AF99-56EA-32FAB7819B5E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E5A686B0-5E21-A25A-FCD9-784EF6448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8F0B0378-24FB-537A-F362-B215B2C87B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340496D2-C60D-B8EB-90F8-98409EF570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B2B8A8F7-A707-64C7-2AE6-81416C6C5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626" y="1602999"/>
            <a:ext cx="5335504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34;p15">
            <a:extLst>
              <a:ext uri="{FF2B5EF4-FFF2-40B4-BE49-F238E27FC236}">
                <a16:creationId xmlns:a16="http://schemas.microsoft.com/office/drawing/2014/main" id="{400DC504-4891-BD2A-4E5C-EE4335FF4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4289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rechts, 1 Foto schmal links" preserve="1">
  <p:cSld name="Text rechts, 1 Foto schmal links">
    <p:bg>
      <p:bgPr>
        <a:solidFill>
          <a:schemeClr val="dk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-2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3945774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8246225" y="6858000"/>
                </a:lnTo>
                <a:lnTo>
                  <a:pt x="3945774" y="6858000"/>
                </a:lnTo>
                <a:lnTo>
                  <a:pt x="0" y="6858000"/>
                </a:lnTo>
                <a:lnTo>
                  <a:pt x="0" y="6367464"/>
                </a:lnTo>
                <a:lnTo>
                  <a:pt x="3945774" y="63674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-1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" y="0"/>
                </a:lnTo>
                <a:lnTo>
                  <a:pt x="1" y="6368304"/>
                </a:lnTo>
                <a:lnTo>
                  <a:pt x="5847965" y="6368304"/>
                </a:lnTo>
                <a:lnTo>
                  <a:pt x="5847965" y="0"/>
                </a:ln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121" name="Google Shape;121;p14"/>
          <p:cNvSpPr>
            <a:spLocks noGrp="1"/>
          </p:cNvSpPr>
          <p:nvPr>
            <p:ph type="pic" idx="2"/>
          </p:nvPr>
        </p:nvSpPr>
        <p:spPr>
          <a:xfrm>
            <a:off x="0" y="592976"/>
            <a:ext cx="3924300" cy="3498578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11531078" y="6419049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90768" y="592976"/>
            <a:ext cx="5721071" cy="7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3200" b="1" i="0" baseline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7" name="Google Shape;127;p14"/>
          <p:cNvSpPr txBox="1">
            <a:spLocks noGrp="1"/>
          </p:cNvSpPr>
          <p:nvPr>
            <p:ph type="body" idx="1"/>
          </p:nvPr>
        </p:nvSpPr>
        <p:spPr>
          <a:xfrm>
            <a:off x="4390768" y="1613290"/>
            <a:ext cx="7140832" cy="453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7084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SzPts val="1600"/>
              <a:buAutoNum type="arabicPeriod"/>
              <a:defRPr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marL="2286000" lvl="4" indent="-360679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6EFFF25-385B-B573-04C3-4753EA149D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83CF15C8-1379-F561-58A2-DFB58095814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EB8A20E-582C-E039-6FFC-7380C39128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139;p16">
            <a:extLst>
              <a:ext uri="{FF2B5EF4-FFF2-40B4-BE49-F238E27FC236}">
                <a16:creationId xmlns:a16="http://schemas.microsoft.com/office/drawing/2014/main" id="{3E552C7A-FFE6-586F-5603-9B608A41486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40;p16">
            <a:extLst>
              <a:ext uri="{FF2B5EF4-FFF2-40B4-BE49-F238E27FC236}">
                <a16:creationId xmlns:a16="http://schemas.microsoft.com/office/drawing/2014/main" id="{FC3758D3-62C4-4057-E3D4-43C2E1551C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259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zweispaltig" preserve="1">
  <p:cSld name="Text zweispaltig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5" name="Google Shape;135;p15"/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F4340363-2822-D629-90FC-1EE2DE58AE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68B47B0-5C45-757E-2168-FC690B2658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D093CCAC-1F8A-7844-9CD6-F93EE61E58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232B03C-5EE7-C1C1-AB07-63C80AECB1E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B2E387E9-A790-4A41-8D34-2FF789C21C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25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dreispaltig" preserve="1" userDrawn="1">
  <p:cSld name="Text dreispaltig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A3AAD636-CB52-56E2-93AA-F9B53FE3F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EA56A580-B1FD-BD2F-7BA8-750C92EA73F5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86551C4-E7C2-F45F-3239-3286572BD7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/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/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35;p15">
            <a:extLst>
              <a:ext uri="{FF2B5EF4-FFF2-40B4-BE49-F238E27FC236}">
                <a16:creationId xmlns:a16="http://schemas.microsoft.com/office/drawing/2014/main" id="{C252C7A8-9512-D729-3B1C-C6D65FEC7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34;p15">
            <a:extLst>
              <a:ext uri="{FF2B5EF4-FFF2-40B4-BE49-F238E27FC236}">
                <a16:creationId xmlns:a16="http://schemas.microsoft.com/office/drawing/2014/main" id="{8A407166-5C0A-38F2-027B-AF7C9B6D1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993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" preserve="1" userDrawn="1">
  <p:cSld name="Topic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body" idx="1"/>
          </p:nvPr>
        </p:nvSpPr>
        <p:spPr>
          <a:xfrm>
            <a:off x="474663" y="2024063"/>
            <a:ext cx="3600000" cy="655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erdana"/>
              <a:buNone/>
              <a:defRPr sz="2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None/>
              <a:defRPr sz="2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2"/>
          </p:nvPr>
        </p:nvSpPr>
        <p:spPr>
          <a:xfrm>
            <a:off x="4293394" y="2024063"/>
            <a:ext cx="3600000" cy="6556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erdana"/>
              <a:buNone/>
              <a:defRPr sz="2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None/>
              <a:defRPr sz="2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body" idx="3"/>
          </p:nvPr>
        </p:nvSpPr>
        <p:spPr>
          <a:xfrm>
            <a:off x="8112125" y="2024063"/>
            <a:ext cx="3600000" cy="6556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erdana"/>
              <a:buNone/>
              <a:defRPr sz="2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None/>
              <a:defRPr sz="2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body" idx="4"/>
          </p:nvPr>
        </p:nvSpPr>
        <p:spPr>
          <a:xfrm>
            <a:off x="474213" y="2679700"/>
            <a:ext cx="3600450" cy="36941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body" idx="5"/>
          </p:nvPr>
        </p:nvSpPr>
        <p:spPr>
          <a:xfrm>
            <a:off x="4292944" y="2679700"/>
            <a:ext cx="3600450" cy="36941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6"/>
          </p:nvPr>
        </p:nvSpPr>
        <p:spPr>
          <a:xfrm>
            <a:off x="8111675" y="2679700"/>
            <a:ext cx="3600450" cy="36941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3A8B5D5-BB9A-EA75-2F92-CD7AEF1C32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3" name="Grafik 2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5948DC93-E1FE-631C-E582-7C35D931F2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  <p:sp>
        <p:nvSpPr>
          <p:cNvPr id="4" name="Google Shape;134;p15">
            <a:extLst>
              <a:ext uri="{FF2B5EF4-FFF2-40B4-BE49-F238E27FC236}">
                <a16:creationId xmlns:a16="http://schemas.microsoft.com/office/drawing/2014/main" id="{FEEB5722-502E-A839-6FED-2CFF08C3E8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970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mit Bildern" preserve="1" userDrawn="1">
  <p:cSld name="Topics mit Bilder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>
            <a:off x="47670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>
            <a:spLocks noGrp="1"/>
          </p:cNvSpPr>
          <p:nvPr>
            <p:ph type="pic" idx="2"/>
          </p:nvPr>
        </p:nvSpPr>
        <p:spPr>
          <a:xfrm>
            <a:off x="8112125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59" name="Google Shape;159;p18"/>
          <p:cNvSpPr>
            <a:spLocks noGrp="1"/>
          </p:cNvSpPr>
          <p:nvPr>
            <p:ph type="pic" idx="3"/>
          </p:nvPr>
        </p:nvSpPr>
        <p:spPr>
          <a:xfrm>
            <a:off x="4293394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0" name="Google Shape;160;p18"/>
          <p:cNvSpPr>
            <a:spLocks noGrp="1"/>
          </p:cNvSpPr>
          <p:nvPr>
            <p:ph type="pic" idx="4"/>
          </p:nvPr>
        </p:nvSpPr>
        <p:spPr>
          <a:xfrm>
            <a:off x="476704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1" name="Google Shape;161;p18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5"/>
          </p:nvPr>
        </p:nvSpPr>
        <p:spPr>
          <a:xfrm>
            <a:off x="429339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6"/>
          </p:nvPr>
        </p:nvSpPr>
        <p:spPr>
          <a:xfrm>
            <a:off x="8112125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1A161B3C-4DEA-8CC2-40A4-5A0CA16951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65559268-D605-04E4-68C9-06F1C92DA7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  <p:sp>
        <p:nvSpPr>
          <p:cNvPr id="5" name="Google Shape;134;p15">
            <a:extLst>
              <a:ext uri="{FF2B5EF4-FFF2-40B4-BE49-F238E27FC236}">
                <a16:creationId xmlns:a16="http://schemas.microsoft.com/office/drawing/2014/main" id="{0DE01C98-EDAF-C75C-A07C-6D54FA668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493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ohne Bildern" preserve="1" userDrawn="1">
  <p:cSld name="Topics ohne Bilder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659724" y="2049779"/>
            <a:ext cx="3420000" cy="397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2"/>
          </p:nvPr>
        </p:nvSpPr>
        <p:spPr>
          <a:xfrm>
            <a:off x="4470969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3"/>
          </p:nvPr>
        </p:nvSpPr>
        <p:spPr>
          <a:xfrm>
            <a:off x="8282214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74" name="Google Shape;174;p19"/>
          <p:cNvCxnSpPr/>
          <p:nvPr/>
        </p:nvCxnSpPr>
        <p:spPr>
          <a:xfrm>
            <a:off x="482148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4293394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19"/>
          <p:cNvCxnSpPr/>
          <p:nvPr/>
        </p:nvCxnSpPr>
        <p:spPr>
          <a:xfrm>
            <a:off x="8112125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7" name="Google Shape;177;p19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40CD5CE-2559-B4BA-9CC9-5D0C2ACD86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07E29C0B-DCD5-7541-0976-477AB55E9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22E8A514-8E80-9DEB-F599-FD0E4844B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075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rbiger Hintergrund" preserve="1" userDrawn="1">
  <p:cSld name="Farbiger Hintergrund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>
            <a:spLocks noGrp="1"/>
          </p:cNvSpPr>
          <p:nvPr>
            <p:ph type="pic" idx="2"/>
          </p:nvPr>
        </p:nvSpPr>
        <p:spPr>
          <a:xfrm>
            <a:off x="442913" y="1598686"/>
            <a:ext cx="11269662" cy="4746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7908925" y="1781246"/>
            <a:ext cx="4283075" cy="400367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52000" tIns="180000" rIns="468000" bIns="180000" anchor="t" anchorCtr="0">
            <a:noAutofit/>
          </a:bodyPr>
          <a:lstStyle>
            <a:lvl1pPr marL="457200" lvl="0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5306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6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8571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34417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dt" idx="10"/>
          </p:nvPr>
        </p:nvSpPr>
        <p:spPr>
          <a:xfrm>
            <a:off x="4216923" y="6419198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6" name="Google Shape;186;p20"/>
          <p:cNvSpPr txBox="1">
            <a:spLocks noGrp="1"/>
          </p:cNvSpPr>
          <p:nvPr>
            <p:ph type="ftr" idx="11"/>
          </p:nvPr>
        </p:nvSpPr>
        <p:spPr>
          <a:xfrm>
            <a:off x="5370587" y="6419198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ldNum" idx="12"/>
          </p:nvPr>
        </p:nvSpPr>
        <p:spPr>
          <a:xfrm>
            <a:off x="11531078" y="641919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2D6E7480-AEB2-8D62-6FCF-C7068FEE74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9F5DB62-195F-FD6E-5619-1A35B4AE8B1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3FDAC246-403F-9041-17EC-DB4B9AFCBA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4;p15">
            <a:extLst>
              <a:ext uri="{FF2B5EF4-FFF2-40B4-BE49-F238E27FC236}">
                <a16:creationId xmlns:a16="http://schemas.microsoft.com/office/drawing/2014/main" id="{6B2CD45F-A9E2-0E11-694A-035C17EE7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347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525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19174" y="484414"/>
            <a:ext cx="10514014" cy="120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19174" y="1690688"/>
            <a:ext cx="10514014" cy="465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7084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302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286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60679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" name="Google Shape;139;p16">
            <a:extLst>
              <a:ext uri="{FF2B5EF4-FFF2-40B4-BE49-F238E27FC236}">
                <a16:creationId xmlns:a16="http://schemas.microsoft.com/office/drawing/2014/main" id="{A789452D-3A50-1B2E-F5D6-219636FC1D52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3" name="Google Shape;140;p16">
            <a:extLst>
              <a:ext uri="{FF2B5EF4-FFF2-40B4-BE49-F238E27FC236}">
                <a16:creationId xmlns:a16="http://schemas.microsoft.com/office/drawing/2014/main" id="{81F1450C-FC39-BA3C-9C56-02766FBE43E4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68" r:id="rId2"/>
    <p:sldLayoutId id="2147483669" r:id="rId3"/>
    <p:sldLayoutId id="2147483670" r:id="rId4"/>
    <p:sldLayoutId id="2147483671" r:id="rId5"/>
    <p:sldLayoutId id="2147483736" r:id="rId6"/>
    <p:sldLayoutId id="2147483688" r:id="rId7"/>
    <p:sldLayoutId id="2147483743" r:id="rId8"/>
    <p:sldLayoutId id="2147483744" r:id="rId9"/>
    <p:sldLayoutId id="2147483745" r:id="rId10"/>
    <p:sldLayoutId id="2147483747" r:id="rId11"/>
    <p:sldLayoutId id="2147483750" r:id="rId12"/>
    <p:sldLayoutId id="2147483751" r:id="rId13"/>
    <p:sldLayoutId id="2147483754" r:id="rId14"/>
    <p:sldLayoutId id="2147483755" r:id="rId15"/>
    <p:sldLayoutId id="2147483741" r:id="rId16"/>
    <p:sldLayoutId id="2147483752" r:id="rId17"/>
    <p:sldLayoutId id="2147483737" r:id="rId18"/>
    <p:sldLayoutId id="2147483696" r:id="rId19"/>
    <p:sldLayoutId id="2147483697" r:id="rId20"/>
    <p:sldLayoutId id="2147483698" r:id="rId21"/>
    <p:sldLayoutId id="2147483699" r:id="rId22"/>
    <p:sldLayoutId id="2147483701" r:id="rId23"/>
    <p:sldLayoutId id="2147483700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  <p:sldLayoutId id="2147483713" r:id="rId36"/>
    <p:sldLayoutId id="2147483714" r:id="rId37"/>
    <p:sldLayoutId id="2147483715" r:id="rId38"/>
    <p:sldLayoutId id="2147483716" r:id="rId39"/>
    <p:sldLayoutId id="2147483717" r:id="rId40"/>
    <p:sldLayoutId id="2147483718" r:id="rId41"/>
    <p:sldLayoutId id="2147483719" r:id="rId42"/>
    <p:sldLayoutId id="2147483720" r:id="rId43"/>
    <p:sldLayoutId id="2147483721" r:id="rId44"/>
    <p:sldLayoutId id="2147483722" r:id="rId45"/>
    <p:sldLayoutId id="2147483723" r:id="rId46"/>
    <p:sldLayoutId id="2147483724" r:id="rId47"/>
    <p:sldLayoutId id="2147483725" r:id="rId48"/>
    <p:sldLayoutId id="2147483726" r:id="rId49"/>
    <p:sldLayoutId id="2147483727" r:id="rId50"/>
    <p:sldLayoutId id="2147483728" r:id="rId51"/>
    <p:sldLayoutId id="2147483729" r:id="rId52"/>
    <p:sldLayoutId id="2147483730" r:id="rId53"/>
    <p:sldLayoutId id="2147483731" r:id="rId54"/>
    <p:sldLayoutId id="2147483732" r:id="rId55"/>
    <p:sldLayoutId id="2147483733" r:id="rId56"/>
    <p:sldLayoutId id="2147483734" r:id="rId57"/>
    <p:sldLayoutId id="2147483735" r:id="rId58"/>
    <p:sldLayoutId id="2147483753" r:id="rId5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orient="horz" pos="4201">
          <p15:clr>
            <a:srgbClr val="F26B43"/>
          </p15:clr>
        </p15:guide>
        <p15:guide id="3" pos="72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/>
              <a:t>Each text chunk is stored as one float32 vector: </a:t>
            </a:r>
            <a:r>
              <a:rPr b="0"/>
              <a:t>384 numbers × 4 bytes = 1.5 KB.</a:t>
            </a:r>
          </a:p>
          <a:p>
            <a:pPr/>
            <a:r>
              <a:rPr b="1"/>
              <a:t>Our 100k-chunk slice of German Wikipedia already needs 154 MB; 100M chunks would be ~150 GB.</a:t>
            </a:r>
          </a:p>
          <a:p>
            <a:pPr/>
            <a:r>
              <a:rPr b="1"/>
              <a:t>These vectors must sit in RAM for fast search — </a:t>
            </a:r>
            <a:r>
              <a:rPr b="0"/>
              <a:t>so memory is both the bottleneck and the bill.</a:t>
            </a:r>
          </a:p>
          <a:p>
            <a:pPr/>
            <a:r>
              <a:rPr b="1"/>
              <a:t>Exact float32 search already costs 3.7 ms/query (~271 q/s) on just 100k vectors.</a:t>
            </a:r>
          </a:p>
          <a:p>
            <a:pPr/>
            <a:r>
              <a:rPr b="1"/>
              <a:t>Can we shrink the vectors without wrecking retrieval quality? — </a:t>
            </a:r>
            <a:r>
              <a:rPr b="0"/>
              <a:t>that is what turbovec does.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embeddings are big — and big is slow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/>
              <a:t>An embedding turns a piece of text into ~384 numbers — </a:t>
            </a:r>
            <a:r>
              <a:rPr b="0"/>
              <a:t>coordinates that place similar meanings close together.</a:t>
            </a:r>
          </a:p>
          <a:p>
            <a:pPr/>
            <a:r>
              <a:rPr b="1"/>
              <a:t>Search means: </a:t>
            </a:r>
            <a:r>
              <a:rPr b="0"/>
              <a:t>find the chunks whose coordinates sit nearest to the question's coordinates.</a:t>
            </a:r>
          </a:p>
          <a:p>
            <a:pPr/>
            <a:r>
              <a:rPr b="1"/>
              <a:t>Today each number is a float32: </a:t>
            </a:r>
            <a:r>
              <a:rPr b="0"/>
              <a:t>32 bits, about 7 digits of precision.</a:t>
            </a:r>
          </a:p>
          <a:p>
            <a:pPr/>
            <a:r>
              <a:rPr b="1"/>
              <a:t>That is like writing every measurement to 7 decimals when you only need one — </a:t>
            </a:r>
            <a:r>
              <a:rPr b="0"/>
              <a:t>most of those bits never change the answer.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(1/4): an embedding is just a list of numbers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/>
              <a:t>turbovec keeps only a handful of levels per number: </a:t>
            </a:r>
            <a:r>
              <a:rPr b="0"/>
              <a:t>2 bits = 4 levels, 3 bits = 8, 4 bits = 16.</a:t>
            </a:r>
          </a:p>
          <a:p>
            <a:pPr/>
            <a:r>
              <a:rPr b="1"/>
              <a:t>Each number is snapped to its nearest level — </a:t>
            </a:r>
            <a:r>
              <a:rPr b="0"/>
              <a:t>like naming a colour from a 16-crayon box instead of millions of shades.</a:t>
            </a:r>
          </a:p>
          <a:p>
            <a:pPr/>
            <a:r>
              <a:rPr b="1"/>
              <a:t>A per-vector scale places those few levels where that vector's values actually lie, so little is lost.</a:t>
            </a:r>
          </a:p>
          <a:p>
            <a:pPr/>
            <a:r>
              <a:rPr b="1"/>
              <a:t>32 bits → 2 bits is 16× fewer bits per number; the whole index shrinks almost as much. This is called quantization.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(2/4): round the numbers into a few buckets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/>
              <a:t>To rank nearest neighbours you only need relative positions, not exact values.</a:t>
            </a:r>
          </a:p>
          <a:p>
            <a:pPr/>
            <a:r>
              <a:rPr b="1"/>
              <a:t>Rounding nudges every point a little but keeps it in roughly the same place — </a:t>
            </a:r>
            <a:r>
              <a:rPr b="0"/>
              <a:t>neighbours stay neighbours.</a:t>
            </a:r>
          </a:p>
          <a:p>
            <a:pPr/>
            <a:r>
              <a:rPr b="1"/>
              <a:t>So the right answers still land near the top: </a:t>
            </a:r>
            <a:r>
              <a:rPr b="0"/>
              <a:t>at 4-bit we keep 93% of them, at 2-bit 82%.</a:t>
            </a:r>
          </a:p>
          <a:p>
            <a:pPr/>
            <a:r>
              <a:rPr b="1"/>
              <a:t>Want the last bit of quality back? Re-rank just the top hits using the original float32 vectors.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(3/4): why rounding doesn't break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/>
              <a:t>Searching means reading every stored vector and comparing it to the query — </a:t>
            </a:r>
            <a:r>
              <a:rPr b="0"/>
              <a:t>work that is limited mostly by memory speed.</a:t>
            </a:r>
          </a:p>
          <a:p>
            <a:pPr/>
            <a:r>
              <a:rPr b="1"/>
              <a:t>Smaller codes mean far less data to move, so search speeds up roughly in step with the shrink.</a:t>
            </a:r>
          </a:p>
          <a:p>
            <a:pPr/>
            <a:r>
              <a:rPr b="1"/>
              <a:t>turbovec compares the packed codes directly — </a:t>
            </a:r>
            <a:r>
              <a:rPr b="0"/>
              <a:t>it never unpacks them back to float32 first.</a:t>
            </a:r>
          </a:p>
          <a:p>
            <a:pPr/>
            <a:r>
              <a:rPr b="1"/>
              <a:t>It leans on special CPU instructions (SIMD: </a:t>
            </a:r>
            <a:r>
              <a:rPr b="0"/>
              <a:t>AVX-512 on x86, NEON on ARM) that crunch many numbers at once.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(4/4): why smaller is also faster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554480"/>
            <a:ext cx="5669280" cy="4572000"/>
          </a:xfrm>
        </p:spPr>
        <p:txBody>
          <a:bodyPr wrap="square"/>
          <a:lstStyle/>
          <a:p>
            <a:pPr/>
            <a:r>
              <a:rPr b="1" sz="1500"/>
              <a:t>100k chunks, dim 384.  Baseline float32 = 154 MB.</a:t>
            </a:r>
          </a:p>
          <a:p>
            <a:pPr/>
            <a:r>
              <a:rPr b="1" sz="1500"/>
              <a:t>4-bit: </a:t>
            </a:r>
            <a:r>
              <a:rPr b="0" sz="1500"/>
              <a:t>19.6 MB (7.8× smaller), recall@10 = 0.934</a:t>
            </a:r>
          </a:p>
          <a:p>
            <a:pPr/>
            <a:r>
              <a:rPr b="1" sz="1500"/>
              <a:t>3-bit: </a:t>
            </a:r>
            <a:r>
              <a:rPr b="0" sz="1500"/>
              <a:t>14.8 MB (10.4× smaller), recall@10 = 0.897</a:t>
            </a:r>
          </a:p>
          <a:p>
            <a:pPr/>
            <a:r>
              <a:rPr b="1" sz="1500"/>
              <a:t>2-bit: </a:t>
            </a:r>
            <a:r>
              <a:rPr b="0" sz="1500"/>
              <a:t>10.0 MB (15.4× smaller), recall@10 = 0.816</a:t>
            </a:r>
          </a:p>
          <a:p>
            <a:pPr/>
            <a:r>
              <a:rPr b="1" sz="1500"/>
              <a:t>More bits → better recall; fewer bits → smaller index.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on Wikipedia (1/2): up to 15× smaller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212080" cy="42286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554480"/>
            <a:ext cx="5669280" cy="4572000"/>
          </a:xfrm>
        </p:spPr>
        <p:txBody>
          <a:bodyPr wrap="square"/>
          <a:lstStyle/>
          <a:p>
            <a:pPr/>
            <a:r>
              <a:rPr b="1" sz="1500"/>
              <a:t>Exact float32 search: </a:t>
            </a:r>
            <a:r>
              <a:rPr b="0" sz="1500"/>
              <a:t>3.69 ms/query (~271 q/s).</a:t>
            </a:r>
          </a:p>
          <a:p>
            <a:pPr/>
            <a:r>
              <a:rPr b="1" sz="1500"/>
              <a:t>4-bit: </a:t>
            </a:r>
            <a:r>
              <a:rPr b="0" sz="1500"/>
              <a:t>0.36 ms/query (10.3× faster, ~2791 q/s)</a:t>
            </a:r>
          </a:p>
          <a:p>
            <a:pPr/>
            <a:r>
              <a:rPr b="1" sz="1500"/>
              <a:t>3-bit: </a:t>
            </a:r>
            <a:r>
              <a:rPr b="0" sz="1500"/>
              <a:t>0.34 ms/query (10.8× faster, ~2931 q/s)</a:t>
            </a:r>
          </a:p>
          <a:p>
            <a:pPr/>
            <a:r>
              <a:rPr b="1" sz="1500"/>
              <a:t>2-bit: </a:t>
            </a:r>
            <a:r>
              <a:rPr b="0" sz="1500"/>
              <a:t>0.23 ms/query (15.8× faster, ~4299 q/s)</a:t>
            </a:r>
          </a:p>
          <a:p>
            <a:pPr/>
            <a:r>
              <a:rPr b="1" sz="1500"/>
              <a:t>Speed-up tracks compression: </a:t>
            </a:r>
            <a:r>
              <a:rPr b="0" sz="1500"/>
              <a:t>search is memory-bandwidth bound, so smaller codes run faster.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on Wikipedia (2/2): up to 16× faster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212080" cy="42286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/>
              <a:t>How low can we go?  Is 2-bit's ~0.82 recall good enough, or do we re-rank the top candidates with float32?</a:t>
            </a:r>
          </a:p>
          <a:p>
            <a:pPr/>
            <a:r>
              <a:rPr b="1"/>
              <a:t>Does it hold on our data and at scale?  These are 100k German-Wikipedia chunks with minilm — </a:t>
            </a:r>
            <a:r>
              <a:rPr b="0"/>
              <a:t>what about 10M+ vectors and our domain embeddings (qwen3 / octen)?</a:t>
            </a:r>
          </a:p>
          <a:p>
            <a:pPr/>
            <a:r>
              <a:rPr b="1"/>
              <a:t>Where does it fit in the stack?  Drop-in for our vector DB or a separate index? How does it compose with query transformation, MCP tools and ingestion?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questions this raises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PI">
  <a:themeElements>
    <a:clrScheme name="Benutzerdefiniert 4">
      <a:dk1>
        <a:srgbClr val="5A6065"/>
      </a:dk1>
      <a:lt1>
        <a:srgbClr val="FFFFFF"/>
      </a:lt1>
      <a:dk2>
        <a:srgbClr val="5A6065"/>
      </a:dk2>
      <a:lt2>
        <a:srgbClr val="FFFFFF"/>
      </a:lt2>
      <a:accent1>
        <a:srgbClr val="B1063A"/>
      </a:accent1>
      <a:accent2>
        <a:srgbClr val="DD6108"/>
      </a:accent2>
      <a:accent3>
        <a:srgbClr val="F6A800"/>
      </a:accent3>
      <a:accent4>
        <a:srgbClr val="DDDFE0"/>
      </a:accent4>
      <a:accent5>
        <a:srgbClr val="007A9E"/>
      </a:accent5>
      <a:accent6>
        <a:srgbClr val="18E979"/>
      </a:accent6>
      <a:hlink>
        <a:srgbClr val="B1063A"/>
      </a:hlink>
      <a:folHlink>
        <a:srgbClr val="B1063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1758</Words>
  <Application>Microsoft Office PowerPoint</Application>
  <PresentationFormat>Widescreen</PresentationFormat>
  <Paragraphs>294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Calibri</vt:lpstr>
      <vt:lpstr>DejaVuSerif</vt:lpstr>
      <vt:lpstr>Verdana</vt:lpstr>
      <vt:lpstr>Wingdings</vt:lpstr>
      <vt:lpstr>HPI</vt:lpstr>
      <vt:lpstr>Open, On-Premise AI for  Public Knowledge  in German Administrations</vt:lpstr>
      <vt:lpstr>About the AI Service CEntre</vt:lpstr>
      <vt:lpstr>About the AI Service CEntre</vt:lpstr>
      <vt:lpstr>About the AI Service CEntre</vt:lpstr>
      <vt:lpstr>About the AI Service CEntre</vt:lpstr>
      <vt:lpstr>About the AI Service CEntre</vt:lpstr>
      <vt:lpstr>About the AI Service CEntre</vt:lpstr>
      <vt:lpstr>About the AI Service CEntre</vt:lpstr>
      <vt:lpstr>SENTRA </vt:lpstr>
      <vt:lpstr>SENTRA </vt:lpstr>
      <vt:lpstr>SENTRA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LeiSA</vt:lpstr>
      <vt:lpstr>LeiSA</vt:lpstr>
      <vt:lpstr>LeiSA</vt:lpstr>
      <vt:lpstr>LeiSA</vt:lpstr>
      <vt:lpstr>PowerPoint Presentation</vt:lpstr>
      <vt:lpstr>LeiSa - Architecture</vt:lpstr>
      <vt:lpstr>LeiSa - Architecture</vt:lpstr>
      <vt:lpstr>LeiSa - Architecture</vt:lpstr>
      <vt:lpstr>Minutes assistance</vt:lpstr>
      <vt:lpstr>Minutes assistance</vt:lpstr>
      <vt:lpstr>Minutes assistance</vt:lpstr>
      <vt:lpstr>Minutes assistance</vt:lpstr>
      <vt:lpstr>PowerPoint Presentation</vt:lpstr>
      <vt:lpstr>PowerPoint Presentation</vt:lpstr>
      <vt:lpstr>PowerPoint Presentation</vt:lpstr>
      <vt:lpstr>Achitecture</vt:lpstr>
      <vt:lpstr>Achitecture Unified</vt:lpstr>
      <vt:lpstr>Outlook</vt:lpstr>
      <vt:lpstr>Outlook</vt:lpstr>
      <vt:lpstr>Outlook</vt:lpstr>
      <vt:lpstr>Outlook</vt:lpstr>
      <vt:lpstr>Outlook</vt:lpstr>
      <vt:lpstr>Outlook</vt:lpstr>
      <vt:lpstr>Outlook</vt:lpstr>
      <vt:lpstr>Outlook</vt:lpstr>
      <vt:lpstr>Outlook</vt:lpstr>
      <vt:lpstr>Outlook</vt:lpstr>
      <vt:lpstr>PowerPoint Presentation</vt:lpstr>
      <vt:lpstr>Advantages On-Premise</vt:lpstr>
      <vt:lpstr>Advantages On-Premise</vt:lpstr>
      <vt:lpstr>Advantages On-Premise</vt:lpstr>
      <vt:lpstr>Advantages On-Premise</vt:lpstr>
      <vt:lpstr>Advantages On-Premise</vt:lpstr>
      <vt:lpstr>Advantages On-Premise</vt:lpstr>
      <vt:lpstr>Advantages On-Premise</vt:lpstr>
      <vt:lpstr>Advantages On-Premise</vt:lpstr>
      <vt:lpstr>Appendix</vt:lpstr>
      <vt:lpstr>RAG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KI-Servicezentrum</dc:title>
  <dc:creator>Kohlmeyer, Lasse</dc:creator>
  <cp:lastModifiedBy>Mueller, Hanno</cp:lastModifiedBy>
  <cp:revision>297</cp:revision>
  <dcterms:modified xsi:type="dcterms:W3CDTF">2026-05-29T06:04:58Z</dcterms:modified>
</cp:coreProperties>
</file>