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1"/>
  </p:sldMasterIdLst>
  <p:notesMasterIdLst>
    <p:notesMasterId r:id="rId10"/>
  </p:notesMasterIdLst>
  <p:handoutMasterIdLst>
    <p:handoutMasterId r:id="rId11"/>
  </p:handoutMasterIdLst>
  <p:sldIdLst>
    <p:sldId id="256" r:id="rId8"/>
    <p:sldId id="257" r:id="rId9"/>
    <p:sldId id="258" r:id="rId7"/>
    <p:sldId id="259" r:id="rId6"/>
    <p:sldId id="260" r:id="rId5"/>
    <p:sldId id="261" r:id="rId4"/>
    <p:sldId id="262" r:id="rId3"/>
    <p:sldId id="263" r:id="rId2"/>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C580"/>
    <a:srgbClr val="007A9E"/>
    <a:srgbClr val="B1063A"/>
    <a:srgbClr val="F6A800"/>
    <a:srgbClr val="18E797"/>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665"/>
  </p:normalViewPr>
  <p:slideViewPr>
    <p:cSldViewPr snapToGrid="0">
      <p:cViewPr varScale="1">
        <p:scale>
          <a:sx n="108" d="100"/>
          <a:sy n="108" d="100"/>
        </p:scale>
        <p:origin x="62" y="134"/>
      </p:cViewPr>
      <p:guideLst>
        <p:guide orient="horz" pos="2160"/>
        <p:guide pos="3840"/>
      </p:guideLst>
    </p:cSldViewPr>
  </p:slideViewPr>
  <p:notesTextViewPr>
    <p:cViewPr>
      <p:scale>
        <a:sx n="1" d="1"/>
        <a:sy n="1" d="1"/>
      </p:scale>
      <p:origin x="0" y="0"/>
    </p:cViewPr>
  </p:notesTextViewPr>
  <p:notesViewPr>
    <p:cSldViewPr snapToGrid="0">
      <p:cViewPr varScale="1">
        <p:scale>
          <a:sx n="121" d="100"/>
          <a:sy n="121" d="100"/>
        </p:scale>
        <p:origin x="4164"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FEC12233-42E3-BCF6-904D-3837B15E21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4BBC0507-4319-6E48-86C4-FB29BF2958B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A22D8D-A38A-4E73-8A50-D9155A9F6B37}" type="datetimeFigureOut">
              <a:rPr lang="de-DE" smtClean="0"/>
              <a:t>20.08.2026</a:t>
            </a:fld>
            <a:endParaRPr lang="de-DE"/>
          </a:p>
        </p:txBody>
      </p:sp>
      <p:sp>
        <p:nvSpPr>
          <p:cNvPr id="4" name="Fußzeilenplatzhalter 3">
            <a:extLst>
              <a:ext uri="{FF2B5EF4-FFF2-40B4-BE49-F238E27FC236}">
                <a16:creationId xmlns:a16="http://schemas.microsoft.com/office/drawing/2014/main" id="{3C421255-D7CA-62E5-D227-9FADC5710D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17726FB-131F-52B1-56D6-4DB1DF2D31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CFDBFB-1AF6-40BB-B54E-A579A4352E23}" type="slidenum">
              <a:rPr lang="de-DE" smtClean="0"/>
              <a:t>‹Nr.›</a:t>
            </a:fld>
            <a:endParaRPr lang="de-DE"/>
          </a:p>
        </p:txBody>
      </p:sp>
    </p:spTree>
    <p:extLst>
      <p:ext uri="{BB962C8B-B14F-4D97-AF65-F5344CB8AC3E}">
        <p14:creationId xmlns:p14="http://schemas.microsoft.com/office/powerpoint/2010/main" val="29599894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Calibri"/>
                <a:ea typeface="Calibri"/>
                <a:cs typeface="Calibri"/>
                <a:sym typeface="Calibri"/>
              </a:rPr>
              <a:t>‹Nr.›</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Ich erzähle Ihnen heute in einem RAG-Forum, warum wir für das Wissen unseres eigenen Teams kein RAG nutzen, sondern ein Wiki, das eine KI schreibt und wir freigeben. Am Ende kennen Sie vier Fragen, mit denen Sie das für Ihr eigenes Team entscheiden können.</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Das sind die sechs Engineers des KI-Servicezentrums. [Klick] Unsere wichtigste Aufgabe ist, mit Partnern Prototypen zu bauen, sogenannte Proofs of Concept, und daraus Blueprints abzuleiten, also Vorlagen, die andere wiederverwenden können. [Klick] Daneben schreiben wir Protokolle, organisieren Veranstaltungen wie dieses Forum und geben Workshops. [Klick] Wir lehren, halten Vorträge auf Einladung und beraten in Sprechstunden. Jede dieser Aufgaben braucht Informationen, die irgendwo im Team schon entstanden sind: ein Termin, ein Raum, wer welchen Workshop schon gegeben hat. Oft sind sie veraltet, wenn man sie findet. [Klick] Die Frage ist also: Wie schaffen wir das nebenbei, während wir eigentlich Engineering machen?</a:t>
            </a:r>
          </a:p>
          <a:p/>
          <a:p>
            <a:r>
              <a:t>Checkpoint: Kennen Sie das aus Ihrem Team? (rhetorisch, Blick in den Raum)</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Unsere Antwort ist ein System, das uns kennt. Teile davon sind kleine KI-Assistenten, zum Beispiel einer, der aus dem Transkript einer Sprechstunde ein Protokoll schreibt, oder einer, der für einen Workshop Raum, Grafik und Ankündigung anfragt. Alle greifen auf dasselbe Wissen zu: unser Wiki. Das ganze System kann ich in 20 Minuten nicht zeigen, nur dieses Rückgrat. Danach zeige ich das Wiki 15 Minuten live, und dann sprechen Sie in drei kurzen Runden in Dreiergruppen über die Wissensablage Ihres eigenen Teams.</a:t>
            </a:r>
          </a:p>
          <a:p/>
          <a:p>
            <a:r>
              <a:t>Checkpoint: Ist klar, wohin wir gehen?</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Overhead heißt hier: Arbeit, die niemand neben dem Engineering machen will. Die klassische Antwort ist ein Wiki, das Menschen von Hand pflegen, etwa in Confluence. Das kostet genau die Zeit, die wir nicht haben, und die Seiten veralten. In einem RAG-Forum liegt eine zweite Antwort nahe: gar nicht pflegen. RAG lässt die Dokumente, wie sie sind, und sucht bei jeder Frage die passenden Ausschnitte heraus. Wer von Ihnen hat schon über so ein System für die Ablage des eigenen Teams nachgedacht? [Handzeichen] Für Sie gibt es am Ende vier Fragen, mit denen Sie das entscheiden, und in der zweiten Gruppenrunde wenden Sie sie an. Wir haben einen dritten Weg gewählt, ein LLM-Wiki. Eine KI liest jede Quelle einmal und verdichtet sie: Aus vielen Dokumenten wird eine kurze Seite pro Person, Projekt oder Veranstaltung. Die KI hält diese Seiten aktuell, und Menschen geben jede Änderung frei. Warum nicht RAG, sage ich Ihnen am Ende; erst zeige ich, wie das Wiki funktioniert.</a:t>
            </a:r>
          </a:p>
          <a:p/>
          <a:p>
            <a:r>
              <a:t>Checkpoint: Handzeichen (rund 0,5 min)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Idee stammt von Andrej Karpathy, Mitgründer von OpenAI, der sie im April 2026 als LLM-Wiki beschrieben hat. Unser Wiki hat drei Schichten. Unten liegen die Quellen: Code-Ablagen auf GitHub, Veranstaltungen auf Eventbrite, unsere Homepage, Dokumente in Nextcloud und Gespräche mit Kolleg:innen. Die KI liest sie, verändert sie aber nie. In der Mitte liegen rund 140 Seiten in einfachem Text, eine Seite pro Person, Projekt, Workshop, Veranstaltung und Ablauf. Diese Seiten schreibt die KI, Menschen geben sie frei, und Menschen lesen sie auch selbst, im Browser wie jede andere Dokumentation. Oben liegt eine einzige Datei mit Regeln: wie eine Seite aussieht, woher jede Aussage stammen muss und was nie hineindarf, zum Beispiel Daten von Teilnehmenden. Diese Regeln schreibt das Team. Kurze Kontrolle: Wer schreibt die Seiten, und wer gibt sie frei?</a:t>
            </a:r>
          </a:p>
          <a:p/>
          <a:p>
            <a:r>
              <a:t>Checkpoint: Wer schreibt die Seiten, und wer gibt sie frei? (Antwort aus dem Raum: die KI schreibt, Menschen geben frei)</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Fragt jemand das Wiki, liest die KI zuerst das ganze Inhaltsverzeichnis, eine Zeile pro Seite. Für die Frage "Wann und wo ist das nächste RAG-Forum?" findet sie dort diese Zeile, öffnet die eine Seite und antwortet: heute, 17:30 Uhr, im D-Space. Der Unterschied zu RAG: Bei RAG wählt eine Suche Ausschnitte aus, bevor das Modell irgendetwas sieht. Hier sieht das Modell das ganze Inhaltsverzeichnis und entscheidet selbst, welche ganze, freigegebene Seite es liest. Die Zeile ist übrigens englisch, weil das Wiki auf Englisch geschrieben ist.</a:t>
            </a:r>
          </a:p>
          <a:p/>
          <a:p>
            <a:r>
              <a:t>Checkpoint: Wer hat entschieden, welche Seite gelesen wird? (Antwort: die KI selbst, nach dem ganzen Inhaltsverzeichnis; bei RAG eine Suche vorab)</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kommt Neues ins Wiki. Jemand aus dem Team gibt der KI eine Quelle, zum Beispiel den Link zu einer neuen Veranstaltung auf Eventbrite, oder sagt nach einem Gespräch einfach "ins Wiki". Die KI liest die Quelle, zeigt, welche Seiten sich ändern würden, und fragt einmal nach, ob sie weitermachen soll. Dann schreibt sie den Entwurf. Was die Quelle nicht hergibt oder was einer anderen Quelle widerspricht, rät sie nicht. Beim ersten RAG-Forum nannte Eventbrite den 15. Juni, unser Ordner in Nextcloud den 15. Mai; die KI hat den Widerspruch notiert, statt ein Datum zu wählen, und ich habe den Ordner korrigiert. Jede Änderung ist ein Änderungsvorschlag, in der Softwareentwicklung heißt das Merge Request. Erst wenn ein Mensch freigibt, steht die Änderung im Wiki. Unsere Arbeit ist also Quellen geben und freigeben, nicht schreiben.</a:t>
            </a:r>
          </a:p>
          <a:p/>
          <a:p>
            <a:r>
              <a:t>Checkpoint: Welcher Schritt bleibt bei uns Menschen? (Antwort: Quellen geben und freigeben)</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Auch Wiki-Seiten veralten oder widersprechen sich. Alle zwei Wochen bietet die KI, wenn jemand aus dem Team mit ihr zu arbeiten beginnt, eine Wartungssitzung an. Sie sucht Widersprüche zwischen Seiten, Lücken und doppelten Text und legt jeden Befund einzeln vor, mit der Stelle, an der sie ihn gefunden hat. Entscheiden muss ein Mensch. Bei der ersten Durchsicht am 9. Oktober kamen 52 Befunde zusammen. Einer davon: Eine Seite sagt, die Vorbereitung eines Workshops beginnt, sobald das Material fertig ist; eine andere sagt, das Material muss dafür nicht fertig sein. Welche stimmt, weiß nur das Team.</a:t>
            </a:r>
          </a:p>
          <a:p/>
          <a:p>
            <a:r>
              <a:t>Checkpoint: Wer entscheidet, was stimmt? (Antwort: ein Mensch)</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Weil jede Änderung als Änderungsvorschlag durch dieselbe Stelle läuft, kann das Wiki auch etwas anstoßen. Nach jeder freigegebenen Änderung fasst eine KI automatisch zusammen, was sich geändert hat, und schreibt es in einen Slack-Kanal des Teams. Jede offene Frage aus dem Entwurf wird ein To-do mit Namen, und einmal im Monat erinnert die KI jede Person an ihre To-dos, wenn sie mit ihr zu arbeiten beginnt. Alle zwei Wochen schlägt sie Seiten für neue Code-Ablagen auf GitHub vor. Und auf Zuruf schreibt sie mit den Angaben aus dem Wiki die Anfrage an unsere Öffentlichkeitsarbeit, so wie für dieses Forum. Auch diesen Vortrag habe ich mit dem Wiki geplant: Datum, Raum und frühere Teilnehmerzahlen kamen von dort.</a:t>
            </a:r>
          </a:p>
          <a:p/>
          <a:p>
            <a:r>
              <a:t>Checkpoint: rhetorisch ("Welchen davon gäbe es bei Ihnen auch? Darüber sprechen Sie in Runde 3.")</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Zurück zur Frage vom Anfang: Warum kein RAG? Ein Sprachmodell liest pro Anfrage nur eine begrenzte Menge Text, das sogenannte Kontextfenster. RAG sucht Ausschnitte heraus, weil die Dokumente nicht ganz hineinpassen. Unser Inhaltsverzeichnis umfasst rund 8.000 Tokens, also Wortstücke. Wir arbeiten mit Claude, einem Modell in der Cloud; aber selbst gpt-oss-120b, ein offenes Modell, das wir am HPI selbst betreiben, liest 128.000 Tokens pro Anfrage. Das zählt für alle, die ihre Daten nicht in eine Cloud geben dürfen. Das Inhaltsverzeichnis belegt davon rund 6 Prozent; die KI muss nicht suchen, sie liest. Dazu kommt, was Sie gerade gesehen haben: Die Seiten sind freigegeben, zeigen den aktuellen Stand, und Widersprüche fallen auf, statt im Suchergebnis unterzugehen.</a:t>
            </a:r>
          </a:p>
          <a:p/>
          <a:p>
            <a:r>
              <a:t>Checkpoint: Was müsste passieren, damit das nicht mehr reicht?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Genau hier gewinnt RAG. Jede Seite kostet im Inhaltsverzeichnis rund 60 Tokens. Bei zehnmal so vielen Seiten belegt es rund 80.000 Tokens, knapp zwei Drittel des Fensters, bevor die KI eine einzige Seite geöffnet hat. Bei zwanzigmal so vielen passt es gar nicht mehr hinein. Dann braucht das Wiki Modelle mit riesigem Kontextfenster, und die lassen sich lokal kaum betreiben. Die zweite Grenze sind wir selbst: Kommt täglich viel Neues hinzu, kann eine Handvoll Menschen nicht mehr jede Änderung freigeben. RAG liest dagegen immer nur die passenden Ausschnitte und braucht keine Freigabe pro Dokument; es wächst mit. Rechnerisch reicht unser Fenster für rund 1.000 Seiten; Erfahrungsberichte aus der Community sehen erste Grenzen schon ab 100 bis 200 Seiten, und da liegen wir mit rund 140.</a:t>
            </a:r>
          </a:p>
          <a:p/>
          <a:p>
            <a:r>
              <a:t>Checkpoint: Wo steht Ihr Team: eher bei 1x oder bei 20x?</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Ob das für Ihr Team gilt, entscheiden vier Fragen, die paarweise zusammengehören. Das erste Paar fragt, ob es passt: Wie viele Seiten würde Ihr Wiki haben, eine pro Person, Projekt, Termin oder Ablauf, und welches Modell dürfen Sie nutzen? Mit einem selbst gehosteten Modell wie unserem reicht es für einige hundert Seiten. Das zweite Paar fragt, ob Sie es schaffen: Wie viel Neues kommt pro Woche hinzu, und wie viele Menschen geben frei? Gehen beide Paare auf, nehmen Sie das Wiki. Geht eins nicht auf, nehmen Sie RAG, oder ein Wiki für den kleinen Kern und RAG für die Masse. Kurz gesagt: RAG liest bei jeder Frage die Rohdokumente neu; ein Wiki verdichtet sie einmal, Menschen geben frei, und die KI hält es aktuell. Das Wiki gewinnt, solange wenige Dokumente langsam wachsen. Die vier Fragen brauchen Sie gleich in den Gruppenrunden; der QR-Code führt zu einer Seite mit allem zum Nachlesen. Vorher zeige ich Ihnen live, wie viel Arbeit die Pflege im Alltag ist.</a:t>
            </a:r>
          </a:p>
          <a:p/>
          <a:p>
            <a:r>
              <a:t>Checkpoint: Können Sie die vier Fragen für Ihr Team beantworten? (Antwort folgt in S1.3)</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Für Rückfragen in S1.2.</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Freigeben und bestätigen sind zwei Dinge: Eine Änderung kann freigegeben sein, ohne dass die zuständige Person den Inhalt bestätigt hat. Die Prüfsumme ist ein Fingerabdruck des Seitentexts; ändert sich ein Zeichen, passt sie nicht mehr. Vertrauen wird berechnet, nie von Hand gesetzt.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Diese Prüfungen laufen in der CI von GitLab (wiki.py index --check, people --check, lint, privacy, reviewers).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Stufen stehen in der Regeldatei; jede Änderung landet trotzdem nur über einen freigegebenen Änderungsvorschlag im Wiki.</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Ein Prüfskript lässt jeden Änderungsvorschlag scheitern, der Mailadressen oder Telefonnummern enthält; der Rest ist Regel für die KI und Prüfpunkt für Menschen.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Für Rückfragen: Unser Wiki ist eine eigene Umsetzung mit Claude Code, GitLab und einer Regeldatei; LLM Wiki v2 hat wie wir Vertrauenswerte.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microsoft.com/office/2007/relationships/hdphoto" Target="../media/hdphoto1.wdp"/><Relationship Id="rId6"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microsoft.com/office/2007/relationships/hdphoto" Target="../media/hdphoto2.wdp"/><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microsoft.com/office/2007/relationships/hdphoto" Target="../media/hdphoto3.wdp"/><Relationship Id="rId4" Type="http://schemas.openxmlformats.org/officeDocument/2006/relationships/image" Target="../media/image3.png"/><Relationship Id="rId5"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p:cSld name="Titelfolie">
    <p:bg>
      <p:bgPr>
        <a:solidFill>
          <a:schemeClr val="lt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18" name="Google Shape;18;p2"/>
          <p:cNvPicPr preferRelativeResize="0"/>
          <p:nvPr/>
        </p:nvPicPr>
        <p:blipFill rotWithShape="1">
          <a:blip r:embed="rId2">
            <a:alphaModFix/>
          </a:blip>
          <a:srcRect/>
          <a:stretch/>
        </p:blipFill>
        <p:spPr>
          <a:xfrm>
            <a:off x="465589" y="5734050"/>
            <a:ext cx="2229230" cy="828000"/>
          </a:xfrm>
          <a:prstGeom prst="rect">
            <a:avLst/>
          </a:prstGeom>
          <a:noFill/>
          <a:ln>
            <a:noFill/>
          </a:ln>
        </p:spPr>
      </p:pic>
      <p:sp>
        <p:nvSpPr>
          <p:cNvPr id="19" name="Google Shape;19;p2"/>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118181"/>
              </a:lnSpc>
              <a:spcBef>
                <a:spcPts val="0"/>
              </a:spcBef>
              <a:spcAft>
                <a:spcPts val="0"/>
              </a:spcAft>
              <a:buClr>
                <a:schemeClr val="dk1"/>
              </a:buClr>
              <a:buSzPts val="2200"/>
              <a:buNone/>
              <a:defRPr sz="2200">
                <a:solidFill>
                  <a:schemeClr val="bg2">
                    <a:lumMod val="50000"/>
                  </a:schemeClr>
                </a:solidFill>
              </a:defRPr>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20" name="Google Shape;20;p2"/>
          <p:cNvPicPr preferRelativeResize="0"/>
          <p:nvPr/>
        </p:nvPicPr>
        <p:blipFill rotWithShape="1">
          <a:blip r:embed="rId2">
            <a:alphaModFix/>
            <a:duotone>
              <a:schemeClr val="accent4">
                <a:shade val="45000"/>
                <a:satMod val="135000"/>
              </a:schemeClr>
              <a:prstClr val="white"/>
            </a:duotone>
          </a:blip>
          <a:srcRect/>
          <a:stretch/>
        </p:blipFill>
        <p:spPr>
          <a:xfrm>
            <a:off x="465589" y="5734050"/>
            <a:ext cx="2229230" cy="828000"/>
          </a:xfrm>
          <a:prstGeom prst="rect">
            <a:avLst/>
          </a:prstGeom>
          <a:noFill/>
          <a:ln>
            <a:noFill/>
          </a:ln>
        </p:spPr>
      </p:pic>
      <p:pic>
        <p:nvPicPr>
          <p:cNvPr id="21" name="Google Shape;21;p2"/>
          <p:cNvPicPr preferRelativeResize="0"/>
          <p:nvPr/>
        </p:nvPicPr>
        <p:blipFill rotWithShape="1">
          <a:blip r:embed="rId3">
            <a:alphaModFix/>
            <a:duotone>
              <a:prstClr val="black"/>
              <a:schemeClr val="accent4">
                <a:tint val="45000"/>
                <a:satMod val="400000"/>
              </a:schemeClr>
            </a:duotone>
          </a:blip>
          <a:srcRect/>
          <a:stretch/>
        </p:blipFill>
        <p:spPr>
          <a:xfrm>
            <a:off x="5593831" y="3624398"/>
            <a:ext cx="7516383" cy="3483871"/>
          </a:xfrm>
          <a:prstGeom prst="rect">
            <a:avLst/>
          </a:prstGeom>
          <a:noFill/>
          <a:ln>
            <a:noFill/>
          </a:ln>
        </p:spPr>
      </p:pic>
      <p:sp>
        <p:nvSpPr>
          <p:cNvPr id="22" name="Google Shape;22;p2"/>
          <p:cNvSpPr txBox="1">
            <a:spLocks noGrp="1"/>
          </p:cNvSpPr>
          <p:nvPr>
            <p:ph type="dt" idx="10"/>
          </p:nvPr>
        </p:nvSpPr>
        <p:spPr>
          <a:xfrm>
            <a:off x="4186443" y="6416504"/>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3" name="Google Shape;23;p2"/>
          <p:cNvSpPr txBox="1">
            <a:spLocks noGrp="1"/>
          </p:cNvSpPr>
          <p:nvPr>
            <p:ph type="ftr" idx="11"/>
          </p:nvPr>
        </p:nvSpPr>
        <p:spPr>
          <a:xfrm>
            <a:off x="5340107" y="6416504"/>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pic>
        <p:nvPicPr>
          <p:cNvPr id="3" name="Grafik 2" descr="Ein Bild, das Text, Schrift, Screenshot, Grafiken enthält.&#10;&#10;KI-generierte Inhalte können fehlerhaft sein.">
            <a:extLst>
              <a:ext uri="{FF2B5EF4-FFF2-40B4-BE49-F238E27FC236}">
                <a16:creationId xmlns:a16="http://schemas.microsoft.com/office/drawing/2014/main" id="{E81DAFF2-0889-E0F9-8F38-135A72BA98BE}"/>
              </a:ext>
            </a:extLst>
          </p:cNvPr>
          <p:cNvPicPr>
            <a:picLocks noChangeAspect="1"/>
          </p:cNvPicPr>
          <p:nvPr userDrawn="1"/>
        </p:nvPicPr>
        <p:blipFill>
          <a:blip r:embed="rId4"/>
          <a:stretch>
            <a:fillRect/>
          </a:stretch>
        </p:blipFill>
        <p:spPr>
          <a:xfrm>
            <a:off x="10026263" y="453524"/>
            <a:ext cx="1705178" cy="603083"/>
          </a:xfrm>
          <a:prstGeom prst="rect">
            <a:avLst/>
          </a:prstGeom>
        </p:spPr>
      </p:pic>
      <p:pic>
        <p:nvPicPr>
          <p:cNvPr id="8" name="Grafik 7" descr="Ein Bild, das Text, Schrift, Screenshot, Visitenkarte enthält.&#10;&#10;KI-generierte Inhalte können fehlerhaft sein.">
            <a:extLst>
              <a:ext uri="{FF2B5EF4-FFF2-40B4-BE49-F238E27FC236}">
                <a16:creationId xmlns:a16="http://schemas.microsoft.com/office/drawing/2014/main" id="{9ACFAC27-EC97-9C9F-2A5C-709764FCE5CE}"/>
              </a:ext>
            </a:extLst>
          </p:cNvPr>
          <p:cNvPicPr>
            <a:picLocks noChangeAspect="1"/>
          </p:cNvPicPr>
          <p:nvPr userDrawn="1"/>
        </p:nvPicPr>
        <p:blipFill>
          <a:blip r:embed="rId5"/>
          <a:stretch>
            <a:fillRect/>
          </a:stretch>
        </p:blipFill>
        <p:spPr>
          <a:xfrm>
            <a:off x="9998127" y="1208272"/>
            <a:ext cx="1705179" cy="11381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gelb">
    <p:bg>
      <p:bgPr>
        <a:solidFill>
          <a:srgbClr val="007A9E"/>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6" name="Google Shape;40;p4">
            <a:extLst>
              <a:ext uri="{FF2B5EF4-FFF2-40B4-BE49-F238E27FC236}">
                <a16:creationId xmlns:a16="http://schemas.microsoft.com/office/drawing/2014/main" id="{FC6DA92D-7911-DC9B-2294-661E3C37E9B7}"/>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4" name="Google Shape;134;p15">
            <a:extLst>
              <a:ext uri="{FF2B5EF4-FFF2-40B4-BE49-F238E27FC236}">
                <a16:creationId xmlns:a16="http://schemas.microsoft.com/office/drawing/2014/main" id="{CC4BE7D5-1352-5B00-5621-A958D5BE4FA5}"/>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77513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orange">
    <p:bg>
      <p:bgPr>
        <a:solidFill>
          <a:srgbClr val="18E797"/>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7" name="Google Shape;40;p4">
            <a:extLst>
              <a:ext uri="{FF2B5EF4-FFF2-40B4-BE49-F238E27FC236}">
                <a16:creationId xmlns:a16="http://schemas.microsoft.com/office/drawing/2014/main" id="{96834F11-6396-8BB9-7520-9DD3ADB01DAE}"/>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B4267D76-D5BA-6845-E3AB-2F4598ADC1FE}"/>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835998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rot">
    <p:bg>
      <p:bgPr>
        <a:solidFill>
          <a:schemeClr val="bg2">
            <a:lumMod val="50000"/>
          </a:schemeClr>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7" name="Google Shape;40;p4">
            <a:extLst>
              <a:ext uri="{FF2B5EF4-FFF2-40B4-BE49-F238E27FC236}">
                <a16:creationId xmlns:a16="http://schemas.microsoft.com/office/drawing/2014/main" id="{8781CD25-6811-018E-09CF-0BE31A58DCDD}"/>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7B9C4789-6EA7-5996-483E-221604B7C12D}"/>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84852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grün">
    <p:bg>
      <p:bgPr>
        <a:solidFill>
          <a:schemeClr val="accent6"/>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7" name="Google Shape;40;p4">
            <a:extLst>
              <a:ext uri="{FF2B5EF4-FFF2-40B4-BE49-F238E27FC236}">
                <a16:creationId xmlns:a16="http://schemas.microsoft.com/office/drawing/2014/main" id="{C43F7E7C-F701-8F61-B3B5-08D0160403FD}"/>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139C02A8-790F-AD34-F688-7E805090288D}"/>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94932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F6A800"/>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7" name="Google Shape;40;p4">
            <a:extLst>
              <a:ext uri="{FF2B5EF4-FFF2-40B4-BE49-F238E27FC236}">
                <a16:creationId xmlns:a16="http://schemas.microsoft.com/office/drawing/2014/main" id="{C43F7E7C-F701-8F61-B3B5-08D0160403FD}"/>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B41CB449-ECAF-3764-43B6-A41BDE7EE50E}"/>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750148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2"/>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7" name="Google Shape;40;p4">
            <a:extLst>
              <a:ext uri="{FF2B5EF4-FFF2-40B4-BE49-F238E27FC236}">
                <a16:creationId xmlns:a16="http://schemas.microsoft.com/office/drawing/2014/main" id="{C43F7E7C-F701-8F61-B3B5-08D0160403FD}"/>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B41CB449-ECAF-3764-43B6-A41BDE7EE50E}"/>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230527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blau">
    <p:bg>
      <p:bgPr>
        <a:solidFill>
          <a:srgbClr val="B1063A"/>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7" name="Google Shape;40;p4">
            <a:extLst>
              <a:ext uri="{FF2B5EF4-FFF2-40B4-BE49-F238E27FC236}">
                <a16:creationId xmlns:a16="http://schemas.microsoft.com/office/drawing/2014/main" id="{5F1BB485-FCF5-2D04-AFE5-6D2EFEF92CA8}"/>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7EF65610-C453-6A30-68F2-BD813F03B1D3}"/>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016818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eer dunkel" preserve="1" userDrawn="1">
  <p:cSld name="Inhalt">
    <p:bg>
      <p:bgPr>
        <a:solidFill>
          <a:schemeClr val="bg1"/>
        </a:solidFill>
        <a:effectLst/>
      </p:bgPr>
    </p:bg>
    <p:spTree>
      <p:nvGrpSpPr>
        <p:cNvPr id="1" name="Shape 61"/>
        <p:cNvGrpSpPr/>
        <p:nvPr/>
      </p:nvGrpSpPr>
      <p:grpSpPr>
        <a:xfrm>
          <a:off x="0" y="0"/>
          <a:ext cx="0" cy="0"/>
          <a:chOff x="0" y="0"/>
          <a:chExt cx="0" cy="0"/>
        </a:xfrm>
      </p:grpSpPr>
      <p:sp>
        <p:nvSpPr>
          <p:cNvPr id="15" name="Gleichschenkliges Dreieck 14">
            <a:extLst>
              <a:ext uri="{FF2B5EF4-FFF2-40B4-BE49-F238E27FC236}">
                <a16:creationId xmlns:a16="http://schemas.microsoft.com/office/drawing/2014/main" id="{80A1D962-6EBE-42A3-9745-79876427301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6" name="Grafik 15" descr="Ein Bild, das Text, Schrift, Screenshot, Visitenkarte enthält.&#10;&#10;KI-generierte Inhalte können fehlerhaft sein.">
            <a:extLst>
              <a:ext uri="{FF2B5EF4-FFF2-40B4-BE49-F238E27FC236}">
                <a16:creationId xmlns:a16="http://schemas.microsoft.com/office/drawing/2014/main" id="{2E67989E-C41B-4A5E-A549-5592B33B1609}"/>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7" name="Google Shape;139;p16">
            <a:extLst>
              <a:ext uri="{FF2B5EF4-FFF2-40B4-BE49-F238E27FC236}">
                <a16:creationId xmlns:a16="http://schemas.microsoft.com/office/drawing/2014/main" id="{23E18989-F6B4-6EF4-90C9-67F89F8042C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8" name="Google Shape;140;p16">
            <a:extLst>
              <a:ext uri="{FF2B5EF4-FFF2-40B4-BE49-F238E27FC236}">
                <a16:creationId xmlns:a16="http://schemas.microsoft.com/office/drawing/2014/main" id="{83E3C31D-BDFA-6851-61C1-8CC30E69A4D2}"/>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11" name="Grafik 10" descr="Ein Bild, das Text, Schrift, Screenshot, Grafiken enthält.&#10;&#10;KI-generierte Inhalte können fehlerhaft sein.">
            <a:extLst>
              <a:ext uri="{FF2B5EF4-FFF2-40B4-BE49-F238E27FC236}">
                <a16:creationId xmlns:a16="http://schemas.microsoft.com/office/drawing/2014/main" id="{4D57BB97-F3F1-3BBD-556F-68BD8167916A}"/>
              </a:ext>
            </a:extLst>
          </p:cNvPr>
          <p:cNvPicPr>
            <a:picLocks noChangeAspect="1"/>
          </p:cNvPicPr>
          <p:nvPr userDrawn="1"/>
        </p:nvPicPr>
        <p:blipFill>
          <a:blip r:embed="rId3"/>
          <a:stretch>
            <a:fillRect/>
          </a:stretch>
        </p:blipFill>
        <p:spPr>
          <a:xfrm>
            <a:off x="10224903" y="271341"/>
            <a:ext cx="1705178" cy="603083"/>
          </a:xfrm>
          <a:prstGeom prst="rect">
            <a:avLst/>
          </a:prstGeom>
        </p:spPr>
      </p:pic>
      <p:sp>
        <p:nvSpPr>
          <p:cNvPr id="12" name="Google Shape;24;p2">
            <a:extLst>
              <a:ext uri="{FF2B5EF4-FFF2-40B4-BE49-F238E27FC236}">
                <a16:creationId xmlns:a16="http://schemas.microsoft.com/office/drawing/2014/main" id="{9544BBB8-AABB-F348-E790-A025FC7097CF}"/>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0" name="Google Shape;40;p4">
            <a:extLst>
              <a:ext uri="{FF2B5EF4-FFF2-40B4-BE49-F238E27FC236}">
                <a16:creationId xmlns:a16="http://schemas.microsoft.com/office/drawing/2014/main" id="{BB194991-4909-0985-60EF-39F5D242E29D}"/>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 name="Google Shape;134;p15">
            <a:extLst>
              <a:ext uri="{FF2B5EF4-FFF2-40B4-BE49-F238E27FC236}">
                <a16:creationId xmlns:a16="http://schemas.microsoft.com/office/drawing/2014/main" id="{5A040F92-419B-29C0-2C02-9665F52DF3F1}"/>
              </a:ext>
            </a:extLst>
          </p:cNvPr>
          <p:cNvSpPr txBox="1">
            <a:spLocks noGrp="1"/>
          </p:cNvSpPr>
          <p:nvPr>
            <p:ph type="title"/>
          </p:nvPr>
        </p:nvSpPr>
        <p:spPr>
          <a:xfrm>
            <a:off x="707721" y="260100"/>
            <a:ext cx="9446213"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82283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elfolie" preserve="1">
  <p:cSld name="Titelfolie dunkel">
    <p:bg>
      <p:bgPr>
        <a:solidFill>
          <a:schemeClr val="bg2"/>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lang="de-DE" dirty="0"/>
          </a:p>
        </p:txBody>
      </p:sp>
      <p:sp>
        <p:nvSpPr>
          <p:cNvPr id="19" name="Google Shape;19;p2"/>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118181"/>
              </a:lnSpc>
              <a:spcBef>
                <a:spcPts val="0"/>
              </a:spcBef>
              <a:spcAft>
                <a:spcPts val="0"/>
              </a:spcAft>
              <a:buClr>
                <a:schemeClr val="dk1"/>
              </a:buClr>
              <a:buSzPts val="2200"/>
              <a:buNone/>
              <a:defRPr sz="2200">
                <a:solidFill>
                  <a:schemeClr val="bg1"/>
                </a:solidFill>
              </a:defRPr>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21" name="Google Shape;21;p2"/>
          <p:cNvPicPr preferRelativeResize="0"/>
          <p:nvPr/>
        </p:nvPicPr>
        <p:blipFill rotWithShape="1">
          <a:blip r:embed="rId2">
            <a:alphaModFix/>
          </a:blip>
          <a:srcRect/>
          <a:stretch/>
        </p:blipFill>
        <p:spPr>
          <a:xfrm>
            <a:off x="5593831" y="3624398"/>
            <a:ext cx="7516383" cy="3483871"/>
          </a:xfrm>
          <a:prstGeom prst="rect">
            <a:avLst/>
          </a:prstGeom>
          <a:noFill/>
          <a:ln>
            <a:noFill/>
          </a:ln>
        </p:spPr>
      </p:pic>
      <p:sp>
        <p:nvSpPr>
          <p:cNvPr id="22" name="Google Shape;22;p2"/>
          <p:cNvSpPr txBox="1">
            <a:spLocks noGrp="1"/>
          </p:cNvSpPr>
          <p:nvPr>
            <p:ph type="dt" idx="10"/>
          </p:nvPr>
        </p:nvSpPr>
        <p:spPr>
          <a:xfrm>
            <a:off x="4186443" y="6416504"/>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23" name="Google Shape;23;p2"/>
          <p:cNvSpPr txBox="1">
            <a:spLocks noGrp="1"/>
          </p:cNvSpPr>
          <p:nvPr>
            <p:ph type="ftr" idx="11"/>
          </p:nvPr>
        </p:nvSpPr>
        <p:spPr>
          <a:xfrm>
            <a:off x="5340107" y="6416504"/>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4" name="Grafik 3">
            <a:extLst>
              <a:ext uri="{FF2B5EF4-FFF2-40B4-BE49-F238E27FC236}">
                <a16:creationId xmlns:a16="http://schemas.microsoft.com/office/drawing/2014/main" id="{A0E3660A-1D0C-8A16-64A4-473D6A33D539}"/>
              </a:ext>
            </a:extLst>
          </p:cNvPr>
          <p:cNvPicPr>
            <a:picLocks noChangeAspect="1"/>
          </p:cNvPicPr>
          <p:nvPr userDrawn="1"/>
        </p:nvPicPr>
        <p:blipFill>
          <a:blip r:embed="rId3"/>
          <a:stretch>
            <a:fillRect/>
          </a:stretch>
        </p:blipFill>
        <p:spPr>
          <a:xfrm>
            <a:off x="10004523" y="446444"/>
            <a:ext cx="1726918" cy="610163"/>
          </a:xfrm>
          <a:prstGeom prst="rect">
            <a:avLst/>
          </a:prstGeom>
        </p:spPr>
      </p:pic>
      <p:pic>
        <p:nvPicPr>
          <p:cNvPr id="6" name="Google Shape;20;p2"/>
          <p:cNvPicPr preferRelativeResize="0"/>
          <p:nvPr userDrawn="1"/>
        </p:nvPicPr>
        <p:blipFill rotWithShape="1">
          <a:blip r:embed="rId4">
            <a:alphaModFix/>
            <a:biLevel thresh="25000"/>
            <a:extLst>
              <a:ext uri="{BEBA8EAE-BF5A-486C-A8C5-ECC9F3942E4B}">
                <a14:imgProps xmlns:a14="http://schemas.microsoft.com/office/drawing/2010/main">
                  <a14:imgLayer r:embed="rId5">
                    <a14:imgEffect>
                      <a14:colorTemperature colorTemp="4700"/>
                    </a14:imgEffect>
                    <a14:imgEffect>
                      <a14:saturation sat="0"/>
                    </a14:imgEffect>
                  </a14:imgLayer>
                </a14:imgProps>
              </a:ext>
            </a:extLst>
          </a:blip>
          <a:srcRect/>
          <a:stretch/>
        </p:blipFill>
        <p:spPr>
          <a:xfrm>
            <a:off x="465589" y="5734050"/>
            <a:ext cx="2229230" cy="828000"/>
          </a:xfrm>
          <a:prstGeom prst="rect">
            <a:avLst/>
          </a:prstGeom>
          <a:noFill/>
          <a:ln>
            <a:noFill/>
          </a:ln>
        </p:spPr>
      </p:pic>
      <p:pic>
        <p:nvPicPr>
          <p:cNvPr id="3" name="Grafik 2" descr="Ein Bild, das Text, Schrift, Screenshot, Visitenkarte enthält.&#10;&#10;KI-generierte Inhalte können fehlerhaft sein.">
            <a:extLst>
              <a:ext uri="{FF2B5EF4-FFF2-40B4-BE49-F238E27FC236}">
                <a16:creationId xmlns:a16="http://schemas.microsoft.com/office/drawing/2014/main" id="{0B32D28F-B087-9B58-8189-24EDBEBFDF49}"/>
              </a:ext>
            </a:extLst>
          </p:cNvPr>
          <p:cNvPicPr>
            <a:picLocks noChangeAspect="1"/>
          </p:cNvPicPr>
          <p:nvPr userDrawn="1"/>
        </p:nvPicPr>
        <p:blipFill>
          <a:blip r:embed="rId6"/>
          <a:stretch>
            <a:fillRect/>
          </a:stretch>
        </p:blipFill>
        <p:spPr>
          <a:xfrm>
            <a:off x="10004523" y="1310883"/>
            <a:ext cx="1705179" cy="1138122"/>
          </a:xfrm>
          <a:prstGeom prst="rect">
            <a:avLst/>
          </a:prstGeom>
        </p:spPr>
      </p:pic>
    </p:spTree>
    <p:extLst>
      <p:ext uri="{BB962C8B-B14F-4D97-AF65-F5344CB8AC3E}">
        <p14:creationId xmlns:p14="http://schemas.microsoft.com/office/powerpoint/2010/main" val="308588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gelb - dunk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5" name="Google Shape;40;p4">
            <a:extLst>
              <a:ext uri="{FF2B5EF4-FFF2-40B4-BE49-F238E27FC236}">
                <a16:creationId xmlns:a16="http://schemas.microsoft.com/office/drawing/2014/main" id="{72F63D37-7F20-17B0-CCE3-94EBB86F47B6}"/>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6" name="Google Shape;134;p15">
            <a:extLst>
              <a:ext uri="{FF2B5EF4-FFF2-40B4-BE49-F238E27FC236}">
                <a16:creationId xmlns:a16="http://schemas.microsoft.com/office/drawing/2014/main" id="{82374E83-9E09-0C86-54AE-659228696D44}"/>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941595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orange - dunk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EF291D13-D1CC-1DC3-70E1-665C5235A48F}"/>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1C2166B4-681D-8B6E-1857-624E9F94EE05}"/>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03424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rot - dunk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56ED25AF-4EBD-2254-4C4C-6AA067C5A4A5}"/>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EDE78CFB-C4B3-FC7C-088D-7871555C4F8C}"/>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113015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grün - dunk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51B03F3B-0E13-8A0A-2434-8AC47371412C}"/>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2BCB3C85-1A2E-AC16-3C33-E705D6944F43}"/>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62989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bg2">
            <a:lumMod val="50000"/>
          </a:schemeClr>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51B03F3B-0E13-8A0A-2434-8AC47371412C}"/>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6A533E51-3378-2F65-B931-842E03231CFE}"/>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21" name="Grafik 20">
            <a:extLst>
              <a:ext uri="{FF2B5EF4-FFF2-40B4-BE49-F238E27FC236}">
                <a16:creationId xmlns:a16="http://schemas.microsoft.com/office/drawing/2014/main" id="{3BFD1045-8E13-09CC-F6D7-A483C2B00FA7}"/>
              </a:ext>
            </a:extLst>
          </p:cNvPr>
          <p:cNvPicPr>
            <a:picLocks noChangeAspect="1"/>
          </p:cNvPicPr>
          <p:nvPr userDrawn="1"/>
        </p:nvPicPr>
        <p:blipFill>
          <a:blip r:embed="rId3"/>
          <a:srcRect l="43581"/>
          <a:stretch>
            <a:fillRect/>
          </a:stretch>
        </p:blipFill>
        <p:spPr>
          <a:xfrm>
            <a:off x="10162737" y="233072"/>
            <a:ext cx="1706880" cy="612669"/>
          </a:xfrm>
          <a:prstGeom prst="rect">
            <a:avLst/>
          </a:prstGeom>
        </p:spPr>
      </p:pic>
    </p:spTree>
    <p:extLst>
      <p:ext uri="{BB962C8B-B14F-4D97-AF65-F5344CB8AC3E}">
        <p14:creationId xmlns:p14="http://schemas.microsoft.com/office/powerpoint/2010/main" val="759118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blau - dunkel">
    <p:bg>
      <p:bgPr>
        <a:solidFill>
          <a:schemeClr val="bg2">
            <a:lumMod val="50000"/>
          </a:schemeClr>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BBE6B796-4D84-E6D1-DF2E-478573A1EC66}"/>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5340BAAF-8CD4-CAD8-F24F-275162812997}"/>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3" name="Grafik 2">
            <a:extLst>
              <a:ext uri="{FF2B5EF4-FFF2-40B4-BE49-F238E27FC236}">
                <a16:creationId xmlns:a16="http://schemas.microsoft.com/office/drawing/2014/main" id="{770482C6-729F-7F14-8894-5A9067E68502}"/>
              </a:ext>
            </a:extLst>
          </p:cNvPr>
          <p:cNvPicPr>
            <a:picLocks noChangeAspect="1"/>
          </p:cNvPicPr>
          <p:nvPr userDrawn="1"/>
        </p:nvPicPr>
        <p:blipFill>
          <a:blip r:embed="rId3"/>
          <a:srcRect l="43581"/>
          <a:stretch>
            <a:fillRect/>
          </a:stretch>
        </p:blipFill>
        <p:spPr>
          <a:xfrm>
            <a:off x="10162737" y="233072"/>
            <a:ext cx="1706880" cy="612669"/>
          </a:xfrm>
          <a:prstGeom prst="rect">
            <a:avLst/>
          </a:prstGeom>
        </p:spPr>
      </p:pic>
    </p:spTree>
    <p:extLst>
      <p:ext uri="{BB962C8B-B14F-4D97-AF65-F5344CB8AC3E}">
        <p14:creationId xmlns:p14="http://schemas.microsoft.com/office/powerpoint/2010/main" val="314078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 dunkel">
    <p:bg>
      <p:bgPr>
        <a:solidFill>
          <a:schemeClr val="bg2">
            <a:lumMod val="50000"/>
          </a:schemeClr>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1" name="Google Shape;24;p2">
            <a:extLst>
              <a:ext uri="{FF2B5EF4-FFF2-40B4-BE49-F238E27FC236}">
                <a16:creationId xmlns:a16="http://schemas.microsoft.com/office/drawing/2014/main" id="{321B610B-64F7-D6A3-8D6F-744AF321EE42}"/>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3" name="Google Shape;40;p4">
            <a:extLst>
              <a:ext uri="{FF2B5EF4-FFF2-40B4-BE49-F238E27FC236}">
                <a16:creationId xmlns:a16="http://schemas.microsoft.com/office/drawing/2014/main" id="{D94C1399-A05C-DA8C-25EA-43D1A7C140E5}"/>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 name="Google Shape;134;p15">
            <a:extLst>
              <a:ext uri="{FF2B5EF4-FFF2-40B4-BE49-F238E27FC236}">
                <a16:creationId xmlns:a16="http://schemas.microsoft.com/office/drawing/2014/main" id="{3968C25E-E73D-FB22-A149-5738F11BA584}"/>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3" name="Grafik 2">
            <a:extLst>
              <a:ext uri="{FF2B5EF4-FFF2-40B4-BE49-F238E27FC236}">
                <a16:creationId xmlns:a16="http://schemas.microsoft.com/office/drawing/2014/main" id="{F3B92008-EDF8-949D-8B24-6122CE24CD2E}"/>
              </a:ext>
            </a:extLst>
          </p:cNvPr>
          <p:cNvPicPr>
            <a:picLocks noChangeAspect="1"/>
          </p:cNvPicPr>
          <p:nvPr userDrawn="1"/>
        </p:nvPicPr>
        <p:blipFill>
          <a:blip r:embed="rId3"/>
          <a:srcRect l="43581"/>
          <a:stretch>
            <a:fillRect/>
          </a:stretch>
        </p:blipFill>
        <p:spPr>
          <a:xfrm>
            <a:off x="10162737" y="233072"/>
            <a:ext cx="1706880" cy="612669"/>
          </a:xfrm>
          <a:prstGeom prst="rect">
            <a:avLst/>
          </a:prstGeom>
        </p:spPr>
      </p:pic>
    </p:spTree>
    <p:extLst>
      <p:ext uri="{BB962C8B-B14F-4D97-AF65-F5344CB8AC3E}">
        <p14:creationId xmlns:p14="http://schemas.microsoft.com/office/powerpoint/2010/main" val="97181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Zwischentitel" preserve="1" userDrawn="1">
  <p:cSld name="Zwischentitel - dunkel">
    <p:bg>
      <p:bgPr>
        <a:solidFill>
          <a:schemeClr val="bg2">
            <a:lumMod val="50000"/>
          </a:schemeClr>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D907DAB2-1F16-E43A-3DC4-B6A974BAEB11}"/>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8" name="Google Shape;60;p7">
            <a:extLst>
              <a:ext uri="{FF2B5EF4-FFF2-40B4-BE49-F238E27FC236}">
                <a16:creationId xmlns:a16="http://schemas.microsoft.com/office/drawing/2014/main" id="{BFF8EA9B-1C85-4656-0FA5-E04DA75A49DD}"/>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3" name="Google Shape;134;p15">
            <a:extLst>
              <a:ext uri="{FF2B5EF4-FFF2-40B4-BE49-F238E27FC236}">
                <a16:creationId xmlns:a16="http://schemas.microsoft.com/office/drawing/2014/main" id="{EF73EC15-FC27-36A5-D3BC-ED6C80A2D3DA}"/>
              </a:ext>
            </a:extLst>
          </p:cNvPr>
          <p:cNvSpPr txBox="1">
            <a:spLocks noGrp="1"/>
          </p:cNvSpPr>
          <p:nvPr>
            <p:ph type="title"/>
          </p:nvPr>
        </p:nvSpPr>
        <p:spPr>
          <a:xfrm>
            <a:off x="707721" y="260100"/>
            <a:ext cx="9466685"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6" name="Grafik 5">
            <a:extLst>
              <a:ext uri="{FF2B5EF4-FFF2-40B4-BE49-F238E27FC236}">
                <a16:creationId xmlns:a16="http://schemas.microsoft.com/office/drawing/2014/main" id="{FAC6295F-275E-8306-BEC0-38AD327D3275}"/>
              </a:ext>
            </a:extLst>
          </p:cNvPr>
          <p:cNvPicPr>
            <a:picLocks noChangeAspect="1"/>
          </p:cNvPicPr>
          <p:nvPr userDrawn="1"/>
        </p:nvPicPr>
        <p:blipFill>
          <a:blip r:embed="rId4"/>
          <a:srcRect l="43581"/>
          <a:stretch>
            <a:fillRect/>
          </a:stretch>
        </p:blipFill>
        <p:spPr>
          <a:xfrm>
            <a:off x="10162737" y="233072"/>
            <a:ext cx="1706880" cy="612669"/>
          </a:xfrm>
          <a:prstGeom prst="rect">
            <a:avLst/>
          </a:prstGeom>
        </p:spPr>
      </p:pic>
    </p:spTree>
    <p:extLst>
      <p:ext uri="{BB962C8B-B14F-4D97-AF65-F5344CB8AC3E}">
        <p14:creationId xmlns:p14="http://schemas.microsoft.com/office/powerpoint/2010/main" val="1447509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Zwischentitel" preserve="1" userDrawn="1">
  <p:cSld name="Zwischentitel - gelb">
    <p:bg>
      <p:bgPr>
        <a:solidFill>
          <a:schemeClr val="accent3"/>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E6265508-9AEA-37D5-75A4-31412279FABE}"/>
              </a:ext>
            </a:extLst>
          </p:cNvPr>
          <p:cNvSpPr/>
          <p:nvPr userDrawn="1"/>
        </p:nvSpPr>
        <p:spPr>
          <a:xfrm>
            <a:off x="200167"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6" name="Grafik 5">
            <a:extLst>
              <a:ext uri="{FF2B5EF4-FFF2-40B4-BE49-F238E27FC236}">
                <a16:creationId xmlns:a16="http://schemas.microsoft.com/office/drawing/2014/main" id="{2B3C7E3A-DCE4-A96C-6C79-D67DA44C41AA}"/>
              </a:ext>
            </a:extLst>
          </p:cNvPr>
          <p:cNvPicPr>
            <a:picLocks noChangeAspect="1"/>
          </p:cNvPicPr>
          <p:nvPr userDrawn="1"/>
        </p:nvPicPr>
        <p:blipFill>
          <a:blip r:embed="rId4"/>
          <a:srcRect l="1555" t="7416" r="3950" b="10350"/>
          <a:stretch/>
        </p:blipFill>
        <p:spPr>
          <a:xfrm>
            <a:off x="10190303" y="292593"/>
            <a:ext cx="1668083" cy="592932"/>
          </a:xfrm>
          <a:prstGeom prst="rect">
            <a:avLst/>
          </a:prstGeom>
        </p:spPr>
      </p:pic>
      <p:sp>
        <p:nvSpPr>
          <p:cNvPr id="8" name="Google Shape;60;p7">
            <a:extLst>
              <a:ext uri="{FF2B5EF4-FFF2-40B4-BE49-F238E27FC236}">
                <a16:creationId xmlns:a16="http://schemas.microsoft.com/office/drawing/2014/main" id="{FD026BEB-E418-E116-6D3D-6DB31DD85A54}"/>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9" name="Google Shape;134;p15">
            <a:extLst>
              <a:ext uri="{FF2B5EF4-FFF2-40B4-BE49-F238E27FC236}">
                <a16:creationId xmlns:a16="http://schemas.microsoft.com/office/drawing/2014/main" id="{4D92B17C-3272-C651-466F-574E1104A3A1}"/>
              </a:ext>
            </a:extLst>
          </p:cNvPr>
          <p:cNvSpPr txBox="1">
            <a:spLocks noGrp="1"/>
          </p:cNvSpPr>
          <p:nvPr>
            <p:ph type="title"/>
          </p:nvPr>
        </p:nvSpPr>
        <p:spPr>
          <a:xfrm>
            <a:off x="707721" y="260100"/>
            <a:ext cx="9425742"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87601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Zwischentitel" preserve="1" userDrawn="1">
  <p:cSld name="Zwischentitel - orange">
    <p:bg>
      <p:bgPr>
        <a:solidFill>
          <a:schemeClr val="accent2"/>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2759BE8E-E107-725F-DCAA-612D12BE8D23}"/>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3" name="Grafik 12">
            <a:extLst>
              <a:ext uri="{FF2B5EF4-FFF2-40B4-BE49-F238E27FC236}">
                <a16:creationId xmlns:a16="http://schemas.microsoft.com/office/drawing/2014/main" id="{A6E0C629-8494-42BD-7E2C-D046B034523F}"/>
              </a:ext>
            </a:extLst>
          </p:cNvPr>
          <p:cNvPicPr>
            <a:picLocks noChangeAspect="1"/>
          </p:cNvPicPr>
          <p:nvPr userDrawn="1"/>
        </p:nvPicPr>
        <p:blipFill>
          <a:blip r:embed="rId4"/>
          <a:srcRect l="1442" t="7231" r="483" b="3301"/>
          <a:stretch/>
        </p:blipFill>
        <p:spPr>
          <a:xfrm>
            <a:off x="10184368" y="292593"/>
            <a:ext cx="1674018" cy="592932"/>
          </a:xfrm>
          <a:prstGeom prst="rect">
            <a:avLst/>
          </a:prstGeom>
        </p:spPr>
      </p:pic>
      <p:sp>
        <p:nvSpPr>
          <p:cNvPr id="12" name="Google Shape;60;p7">
            <a:extLst>
              <a:ext uri="{FF2B5EF4-FFF2-40B4-BE49-F238E27FC236}">
                <a16:creationId xmlns:a16="http://schemas.microsoft.com/office/drawing/2014/main" id="{DB7BC548-6090-CA7A-F00D-062EBC87560F}"/>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6" name="Google Shape;134;p15">
            <a:extLst>
              <a:ext uri="{FF2B5EF4-FFF2-40B4-BE49-F238E27FC236}">
                <a16:creationId xmlns:a16="http://schemas.microsoft.com/office/drawing/2014/main" id="{23940B95-489D-2B1D-0748-509C0840E6FD}"/>
              </a:ext>
            </a:extLst>
          </p:cNvPr>
          <p:cNvSpPr txBox="1">
            <a:spLocks noGrp="1"/>
          </p:cNvSpPr>
          <p:nvPr>
            <p:ph type="title"/>
          </p:nvPr>
        </p:nvSpPr>
        <p:spPr>
          <a:xfrm>
            <a:off x="707721" y="260100"/>
            <a:ext cx="9425742"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506277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Zwischentitel" preserve="1" userDrawn="1">
  <p:cSld name="Zwischentitel - rot">
    <p:bg>
      <p:bgPr>
        <a:solidFill>
          <a:schemeClr val="accent1"/>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37CFC5A3-06F9-B9EA-2D0A-3758E7734044}"/>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2" name="Grafik 11">
            <a:extLst>
              <a:ext uri="{FF2B5EF4-FFF2-40B4-BE49-F238E27FC236}">
                <a16:creationId xmlns:a16="http://schemas.microsoft.com/office/drawing/2014/main" id="{B839AA95-56E8-1B3E-FAE9-53726129AA86}"/>
              </a:ext>
            </a:extLst>
          </p:cNvPr>
          <p:cNvPicPr>
            <a:picLocks noChangeAspect="1"/>
          </p:cNvPicPr>
          <p:nvPr userDrawn="1"/>
        </p:nvPicPr>
        <p:blipFill>
          <a:blip r:embed="rId4"/>
          <a:srcRect r="1168" b="1693"/>
          <a:stretch/>
        </p:blipFill>
        <p:spPr>
          <a:xfrm>
            <a:off x="10196070" y="287536"/>
            <a:ext cx="1666842" cy="592574"/>
          </a:xfrm>
          <a:prstGeom prst="rect">
            <a:avLst/>
          </a:prstGeom>
        </p:spPr>
      </p:pic>
      <p:sp>
        <p:nvSpPr>
          <p:cNvPr id="7" name="Google Shape;60;p7">
            <a:extLst>
              <a:ext uri="{FF2B5EF4-FFF2-40B4-BE49-F238E27FC236}">
                <a16:creationId xmlns:a16="http://schemas.microsoft.com/office/drawing/2014/main" id="{B03A098F-B367-4F6D-98FD-37C79E0C8A94}"/>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6" name="Google Shape;134;p15">
            <a:extLst>
              <a:ext uri="{FF2B5EF4-FFF2-40B4-BE49-F238E27FC236}">
                <a16:creationId xmlns:a16="http://schemas.microsoft.com/office/drawing/2014/main" id="{976B88F6-11B0-1F9F-7E40-C41688863DF5}"/>
              </a:ext>
            </a:extLst>
          </p:cNvPr>
          <p:cNvSpPr txBox="1">
            <a:spLocks noGrp="1"/>
          </p:cNvSpPr>
          <p:nvPr>
            <p:ph type="title"/>
          </p:nvPr>
        </p:nvSpPr>
        <p:spPr>
          <a:xfrm>
            <a:off x="707721" y="260100"/>
            <a:ext cx="9425742"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65556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Zwischentitel" preserve="1" userDrawn="1">
  <p:cSld name="Zwischentitel - grün">
    <p:bg>
      <p:bgPr>
        <a:solidFill>
          <a:srgbClr val="18E797"/>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61E948B8-829C-AB3C-FBEE-5D482CD8D845}"/>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1" name="Grafik 10">
            <a:extLst>
              <a:ext uri="{FF2B5EF4-FFF2-40B4-BE49-F238E27FC236}">
                <a16:creationId xmlns:a16="http://schemas.microsoft.com/office/drawing/2014/main" id="{2F78FD4C-17F2-9AB6-C93F-20A144842E46}"/>
              </a:ext>
            </a:extLst>
          </p:cNvPr>
          <p:cNvPicPr>
            <a:picLocks noChangeAspect="1"/>
          </p:cNvPicPr>
          <p:nvPr userDrawn="1"/>
        </p:nvPicPr>
        <p:blipFill>
          <a:blip r:embed="rId4"/>
          <a:srcRect l="934" t="6899" r="623"/>
          <a:stretch/>
        </p:blipFill>
        <p:spPr>
          <a:xfrm>
            <a:off x="10203690" y="302761"/>
            <a:ext cx="1654696" cy="583224"/>
          </a:xfrm>
          <a:prstGeom prst="rect">
            <a:avLst/>
          </a:prstGeom>
        </p:spPr>
      </p:pic>
      <p:sp>
        <p:nvSpPr>
          <p:cNvPr id="7" name="Google Shape;60;p7">
            <a:extLst>
              <a:ext uri="{FF2B5EF4-FFF2-40B4-BE49-F238E27FC236}">
                <a16:creationId xmlns:a16="http://schemas.microsoft.com/office/drawing/2014/main" id="{59173232-E0CF-C3DF-2C57-6CD02D20AB02}"/>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6" name="Google Shape;134;p15">
            <a:extLst>
              <a:ext uri="{FF2B5EF4-FFF2-40B4-BE49-F238E27FC236}">
                <a16:creationId xmlns:a16="http://schemas.microsoft.com/office/drawing/2014/main" id="{FAC7BABB-777B-6293-8B06-34FF024CA24E}"/>
              </a:ext>
            </a:extLst>
          </p:cNvPr>
          <p:cNvSpPr txBox="1">
            <a:spLocks noGrp="1"/>
          </p:cNvSpPr>
          <p:nvPr>
            <p:ph type="title"/>
          </p:nvPr>
        </p:nvSpPr>
        <p:spPr>
          <a:xfrm>
            <a:off x="707721" y="260100"/>
            <a:ext cx="9425742"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20085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Zwischentitel" preserve="1" userDrawn="1">
  <p:cSld name="Zwischentitel - blau">
    <p:bg>
      <p:bgPr>
        <a:solidFill>
          <a:srgbClr val="007A9E"/>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ED091F16-BA09-BADD-0CB2-E82A3AAF3BB8}"/>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8" name="Google Shape;60;p7">
            <a:extLst>
              <a:ext uri="{FF2B5EF4-FFF2-40B4-BE49-F238E27FC236}">
                <a16:creationId xmlns:a16="http://schemas.microsoft.com/office/drawing/2014/main" id="{BFF8EA9B-1C85-4656-0FA5-E04DA75A49DD}"/>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6" name="Google Shape;134;p15">
            <a:extLst>
              <a:ext uri="{FF2B5EF4-FFF2-40B4-BE49-F238E27FC236}">
                <a16:creationId xmlns:a16="http://schemas.microsoft.com/office/drawing/2014/main" id="{F0F2C98B-C9AA-B31C-1432-EA4267A472C2}"/>
              </a:ext>
            </a:extLst>
          </p:cNvPr>
          <p:cNvSpPr txBox="1">
            <a:spLocks noGrp="1"/>
          </p:cNvSpPr>
          <p:nvPr>
            <p:ph type="title"/>
          </p:nvPr>
        </p:nvSpPr>
        <p:spPr>
          <a:xfrm>
            <a:off x="707721" y="260100"/>
            <a:ext cx="9425742"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3" name="Grafik 2">
            <a:extLst>
              <a:ext uri="{FF2B5EF4-FFF2-40B4-BE49-F238E27FC236}">
                <a16:creationId xmlns:a16="http://schemas.microsoft.com/office/drawing/2014/main" id="{2ACD00DA-15E7-A010-2C79-14A8503D615C}"/>
              </a:ext>
            </a:extLst>
          </p:cNvPr>
          <p:cNvPicPr>
            <a:picLocks noChangeAspect="1"/>
          </p:cNvPicPr>
          <p:nvPr userDrawn="1"/>
        </p:nvPicPr>
        <p:blipFill>
          <a:blip r:embed="rId4"/>
          <a:srcRect l="43581"/>
          <a:stretch>
            <a:fillRect/>
          </a:stretch>
        </p:blipFill>
        <p:spPr>
          <a:xfrm>
            <a:off x="10162737" y="233072"/>
            <a:ext cx="1706880" cy="612669"/>
          </a:xfrm>
          <a:prstGeom prst="rect">
            <a:avLst/>
          </a:prstGeom>
        </p:spPr>
      </p:pic>
    </p:spTree>
    <p:extLst>
      <p:ext uri="{BB962C8B-B14F-4D97-AF65-F5344CB8AC3E}">
        <p14:creationId xmlns:p14="http://schemas.microsoft.com/office/powerpoint/2010/main" val="370759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3"/>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9EB253E7-E103-C0CF-3E17-93350DD7A41F}"/>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6" name="Google Shape;40;p4">
            <a:extLst>
              <a:ext uri="{FF2B5EF4-FFF2-40B4-BE49-F238E27FC236}">
                <a16:creationId xmlns:a16="http://schemas.microsoft.com/office/drawing/2014/main" id="{FC6DA92D-7911-DC9B-2294-661E3C37E9B7}"/>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1" name="Google Shape;134;p15">
            <a:extLst>
              <a:ext uri="{FF2B5EF4-FFF2-40B4-BE49-F238E27FC236}">
                <a16:creationId xmlns:a16="http://schemas.microsoft.com/office/drawing/2014/main" id="{68D0BE14-D3E5-25A6-996E-4246A573A1B8}"/>
              </a:ext>
            </a:extLst>
          </p:cNvPr>
          <p:cNvSpPr txBox="1">
            <a:spLocks noGrp="1"/>
          </p:cNvSpPr>
          <p:nvPr>
            <p:ph type="title"/>
          </p:nvPr>
        </p:nvSpPr>
        <p:spPr>
          <a:xfrm>
            <a:off x="3114675" y="260893"/>
            <a:ext cx="705290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18540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2"/>
        </a:solidFill>
        <a:effectLst/>
      </p:bgPr>
    </p:bg>
    <p:spTree>
      <p:nvGrpSpPr>
        <p:cNvPr id="1" name="Shape 41"/>
        <p:cNvGrpSpPr/>
        <p:nvPr/>
      </p:nvGrpSpPr>
      <p:grpSpPr>
        <a:xfrm>
          <a:off x="0" y="0"/>
          <a:ext cx="0" cy="0"/>
          <a:chOff x="0" y="0"/>
          <a:chExt cx="0" cy="0"/>
        </a:xfrm>
      </p:grpSpPr>
      <p:sp>
        <p:nvSpPr>
          <p:cNvPr id="12" name="Rechteck 11">
            <a:extLst>
              <a:ext uri="{FF2B5EF4-FFF2-40B4-BE49-F238E27FC236}">
                <a16:creationId xmlns:a16="http://schemas.microsoft.com/office/drawing/2014/main" id="{BE3A5BAD-26C8-942D-897C-C51DD99FAED3}"/>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9FAFF30B-54F1-8E0C-5984-0B9104490FDE}"/>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3" name="Google Shape;40;p4">
            <a:extLst>
              <a:ext uri="{FF2B5EF4-FFF2-40B4-BE49-F238E27FC236}">
                <a16:creationId xmlns:a16="http://schemas.microsoft.com/office/drawing/2014/main" id="{CE79A2F5-8992-C8F4-E0BF-0E2CB8A77A2C}"/>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CA1ED46F-C2D4-FCA8-D2D7-3A6A3EE3C59F}"/>
              </a:ext>
            </a:extLst>
          </p:cNvPr>
          <p:cNvSpPr txBox="1">
            <a:spLocks noGrp="1"/>
          </p:cNvSpPr>
          <p:nvPr>
            <p:ph type="title"/>
          </p:nvPr>
        </p:nvSpPr>
        <p:spPr>
          <a:xfrm>
            <a:off x="3114675" y="260893"/>
            <a:ext cx="705290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885115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1"/>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B2E3FD4D-4BAE-20D9-F11B-C9B907C1C103}"/>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D613D350-73C4-A254-2B82-A2D28A43D58A}"/>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2" name="Google Shape;40;p4">
            <a:extLst>
              <a:ext uri="{FF2B5EF4-FFF2-40B4-BE49-F238E27FC236}">
                <a16:creationId xmlns:a16="http://schemas.microsoft.com/office/drawing/2014/main" id="{8ABFDF8E-2714-DEBF-2939-E469AC3CEED2}"/>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ACE4E089-09D6-A340-453B-A23080B15195}"/>
              </a:ext>
            </a:extLst>
          </p:cNvPr>
          <p:cNvSpPr txBox="1">
            <a:spLocks noGrp="1"/>
          </p:cNvSpPr>
          <p:nvPr>
            <p:ph type="title"/>
          </p:nvPr>
        </p:nvSpPr>
        <p:spPr>
          <a:xfrm>
            <a:off x="3114675" y="260893"/>
            <a:ext cx="705290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1704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007A9E"/>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8DDDF9D8-8B75-D2E4-A55A-F57F61F8EE1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4" name="Google Shape;40;p4">
            <a:extLst>
              <a:ext uri="{FF2B5EF4-FFF2-40B4-BE49-F238E27FC236}">
                <a16:creationId xmlns:a16="http://schemas.microsoft.com/office/drawing/2014/main" id="{89DC3406-4947-803D-3A4E-28BBF825E8C9}"/>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8ADE0D3D-2EDB-F0CB-7A13-A5664ACEB1B0}"/>
              </a:ext>
            </a:extLst>
          </p:cNvPr>
          <p:cNvSpPr txBox="1">
            <a:spLocks noGrp="1"/>
          </p:cNvSpPr>
          <p:nvPr>
            <p:ph type="title"/>
          </p:nvPr>
        </p:nvSpPr>
        <p:spPr>
          <a:xfrm>
            <a:off x="3114675" y="260893"/>
            <a:ext cx="705290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80517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18E797"/>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09E99921-C510-7243-5D50-F7AD23D7FC9B}"/>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2A3D60E5-5F1B-EC13-9002-8CE5275DF730}"/>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2" name="Google Shape;40;p4">
            <a:extLst>
              <a:ext uri="{FF2B5EF4-FFF2-40B4-BE49-F238E27FC236}">
                <a16:creationId xmlns:a16="http://schemas.microsoft.com/office/drawing/2014/main" id="{46D99F7D-81E8-E37E-8330-1F5F41E5AAE9}"/>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A9110798-7440-481E-81AA-8E8FBC62397F}"/>
              </a:ext>
            </a:extLst>
          </p:cNvPr>
          <p:cNvSpPr txBox="1">
            <a:spLocks noGrp="1"/>
          </p:cNvSpPr>
          <p:nvPr>
            <p:ph type="title"/>
          </p:nvPr>
        </p:nvSpPr>
        <p:spPr>
          <a:xfrm>
            <a:off x="3114675" y="260893"/>
            <a:ext cx="705290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83778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bg2">
            <a:lumMod val="50000"/>
          </a:schemeClr>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4D6DD659-B927-3964-615D-EC244D06202E}"/>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2A3D60E5-5F1B-EC13-9002-8CE5275DF730}"/>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2" name="Google Shape;40;p4">
            <a:extLst>
              <a:ext uri="{FF2B5EF4-FFF2-40B4-BE49-F238E27FC236}">
                <a16:creationId xmlns:a16="http://schemas.microsoft.com/office/drawing/2014/main" id="{466811DF-A9BB-2F47-E804-FEEAF2BCBFF5}"/>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33CB2BEC-CF31-0F70-C619-CC277EE34DEA}"/>
              </a:ext>
            </a:extLst>
          </p:cNvPr>
          <p:cNvSpPr txBox="1">
            <a:spLocks noGrp="1"/>
          </p:cNvSpPr>
          <p:nvPr>
            <p:ph type="title"/>
          </p:nvPr>
        </p:nvSpPr>
        <p:spPr>
          <a:xfrm>
            <a:off x="3114675" y="260893"/>
            <a:ext cx="705290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06250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2A0280BF-0E7C-AFED-D6FE-678A1880DF56}"/>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1" name="Google Shape;40;p4">
            <a:extLst>
              <a:ext uri="{FF2B5EF4-FFF2-40B4-BE49-F238E27FC236}">
                <a16:creationId xmlns:a16="http://schemas.microsoft.com/office/drawing/2014/main" id="{23031402-6EC7-6D0B-0C21-55A800158E04}"/>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2CC05627-B4CE-8193-CB4C-A9CD8EFA7C1A}"/>
              </a:ext>
            </a:extLst>
          </p:cNvPr>
          <p:cNvSpPr txBox="1">
            <a:spLocks noGrp="1"/>
          </p:cNvSpPr>
          <p:nvPr>
            <p:ph type="title"/>
          </p:nvPr>
        </p:nvSpPr>
        <p:spPr>
          <a:xfrm>
            <a:off x="3114675" y="260893"/>
            <a:ext cx="7059731"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41371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9E50E069-5CB9-5398-B121-9F8D075B6CBA}"/>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775894F4-7512-9DCE-C06E-3692E9AF9746}"/>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8CF486B0-3028-8CCA-1246-88FBCD773954}"/>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53145582-F029-666E-2CBD-D45C8F91DB8D}"/>
              </a:ext>
            </a:extLst>
          </p:cNvPr>
          <p:cNvSpPr txBox="1">
            <a:spLocks noGrp="1"/>
          </p:cNvSpPr>
          <p:nvPr>
            <p:ph type="title"/>
          </p:nvPr>
        </p:nvSpPr>
        <p:spPr>
          <a:xfrm>
            <a:off x="3114675" y="260893"/>
            <a:ext cx="7059731"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70189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C95FD821-2EF0-F787-BD25-59427DA2FCB9}"/>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D5DBA9C0-1367-43D6-F92B-2BC631589F2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AF81C945-CDA9-D795-D99E-9E6956E08034}"/>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DE236AF8-8F7A-1A3D-8432-A49A1F25E64B}"/>
              </a:ext>
            </a:extLst>
          </p:cNvPr>
          <p:cNvSpPr txBox="1">
            <a:spLocks noGrp="1"/>
          </p:cNvSpPr>
          <p:nvPr>
            <p:ph type="title"/>
          </p:nvPr>
        </p:nvSpPr>
        <p:spPr>
          <a:xfrm>
            <a:off x="3114675" y="260893"/>
            <a:ext cx="7059731"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14091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3C95AD7B-2E81-A66B-FE43-97CF906AD6C5}"/>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rgbClr val="007A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AE2036F9-DFD9-5610-5439-957AC760DE6E}"/>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0ADCEF86-E678-7C5D-ED12-815CF326072B}"/>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34;p15">
            <a:extLst>
              <a:ext uri="{FF2B5EF4-FFF2-40B4-BE49-F238E27FC236}">
                <a16:creationId xmlns:a16="http://schemas.microsoft.com/office/drawing/2014/main" id="{55239716-4CA0-BAB0-CC92-C62FD66A4C7F}"/>
              </a:ext>
            </a:extLst>
          </p:cNvPr>
          <p:cNvSpPr txBox="1">
            <a:spLocks noGrp="1"/>
          </p:cNvSpPr>
          <p:nvPr>
            <p:ph type="title"/>
          </p:nvPr>
        </p:nvSpPr>
        <p:spPr>
          <a:xfrm>
            <a:off x="3114675" y="260893"/>
            <a:ext cx="7059731"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377581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34D93132-4A58-7B06-7D90-E715012A5D84}"/>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rgbClr val="18E7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321B610B-64F7-D6A3-8D6F-744AF321EE42}"/>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41F88245-1CCC-370D-1062-CB04B28AB5D7}"/>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579F8731-A184-B349-31B3-18F2A474AECC}"/>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646413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Leer hell" userDrawn="1">
  <p:cSld name="Leer hell">
    <p:bg>
      <p:bgPr>
        <a:solidFill>
          <a:schemeClr val="bg2"/>
        </a:solidFill>
        <a:effectLst/>
      </p:bgPr>
    </p:bg>
    <p:spTree>
      <p:nvGrpSpPr>
        <p:cNvPr id="1" name="Shape 55"/>
        <p:cNvGrpSpPr/>
        <p:nvPr/>
      </p:nvGrpSpPr>
      <p:grpSpPr>
        <a:xfrm>
          <a:off x="0" y="0"/>
          <a:ext cx="0" cy="0"/>
          <a:chOff x="0" y="0"/>
          <a:chExt cx="0" cy="0"/>
        </a:xfrm>
      </p:grpSpPr>
      <p:pic>
        <p:nvPicPr>
          <p:cNvPr id="13" name="Google Shape;42;p5">
            <a:extLst>
              <a:ext uri="{FF2B5EF4-FFF2-40B4-BE49-F238E27FC236}">
                <a16:creationId xmlns:a16="http://schemas.microsoft.com/office/drawing/2014/main" id="{826AB866-D8C1-E796-E460-12E4F2141A61}"/>
              </a:ext>
            </a:extLst>
          </p:cNvPr>
          <p:cNvPicPr preferRelativeResize="0"/>
          <p:nvPr userDrawn="1"/>
        </p:nvPicPr>
        <p:blipFill rotWithShape="1">
          <a:blip r:embed="rId2">
            <a:alphaModFix/>
          </a:blip>
          <a:srcRect/>
          <a:stretch/>
        </p:blipFill>
        <p:spPr>
          <a:xfrm rot="10800000" flipV="1">
            <a:off x="6513446" y="2441422"/>
            <a:ext cx="7789690" cy="5946121"/>
          </a:xfrm>
          <a:prstGeom prst="rect">
            <a:avLst/>
          </a:prstGeom>
          <a:noFill/>
          <a:ln>
            <a:noFill/>
          </a:ln>
          <a:effectLst>
            <a:reflection blurRad="6350" stA="52000" endA="300" endPos="35000" dir="5400000" sy="-100000" algn="bl" rotWithShape="0"/>
          </a:effectLst>
        </p:spPr>
      </p:pic>
      <p:sp>
        <p:nvSpPr>
          <p:cNvPr id="60" name="Google Shape;60;p7"/>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5" name="Gleichschenkliges Dreieck 4">
            <a:extLst>
              <a:ext uri="{FF2B5EF4-FFF2-40B4-BE49-F238E27FC236}">
                <a16:creationId xmlns:a16="http://schemas.microsoft.com/office/drawing/2014/main" id="{992FB5AC-7938-700F-A2DE-6E72FFE0D756}"/>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Schrift, Screenshot, Visitenkarte enthält.&#10;&#10;KI-generierte Inhalte können fehlerhaft sein.">
            <a:extLst>
              <a:ext uri="{FF2B5EF4-FFF2-40B4-BE49-F238E27FC236}">
                <a16:creationId xmlns:a16="http://schemas.microsoft.com/office/drawing/2014/main" id="{56E674C0-461E-EB3E-51A7-188B569B21F8}"/>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144B6387-8C7C-8BA8-DAD4-9E24A34F4E09}"/>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C9AA6CDF-C2D8-66CE-164D-43EDC659F4EC}"/>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4" name="Google Shape;50;p6">
            <a:extLst>
              <a:ext uri="{FF2B5EF4-FFF2-40B4-BE49-F238E27FC236}">
                <a16:creationId xmlns:a16="http://schemas.microsoft.com/office/drawing/2014/main" id="{DFA379ED-BBB8-344D-3762-3D5D7DE02530}"/>
              </a:ext>
            </a:extLst>
          </p:cNvPr>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5" name="Google Shape;52;p6">
            <a:extLst>
              <a:ext uri="{FF2B5EF4-FFF2-40B4-BE49-F238E27FC236}">
                <a16:creationId xmlns:a16="http://schemas.microsoft.com/office/drawing/2014/main" id="{82E9E9B7-158B-6C97-993D-E5724D5D56CE}"/>
              </a:ext>
            </a:extLst>
          </p:cNvPr>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91666"/>
              </a:lnSpc>
              <a:spcBef>
                <a:spcPts val="0"/>
              </a:spcBef>
              <a:spcAft>
                <a:spcPts val="0"/>
              </a:spcAft>
              <a:buClr>
                <a:schemeClr val="dk1"/>
              </a:buClr>
              <a:buSzPts val="2400"/>
              <a:buNone/>
              <a:defRPr sz="2400">
                <a:solidFill>
                  <a:schemeClr val="bg1"/>
                </a:solidFill>
              </a:defRPr>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16" name="Grafik 15">
            <a:extLst>
              <a:ext uri="{FF2B5EF4-FFF2-40B4-BE49-F238E27FC236}">
                <a16:creationId xmlns:a16="http://schemas.microsoft.com/office/drawing/2014/main" id="{039243C2-AB81-0464-CB69-B49220FC4D71}"/>
              </a:ext>
            </a:extLst>
          </p:cNvPr>
          <p:cNvPicPr>
            <a:picLocks noChangeAspect="1"/>
          </p:cNvPicPr>
          <p:nvPr userDrawn="1"/>
        </p:nvPicPr>
        <p:blipFill>
          <a:blip r:embed="rId4"/>
          <a:stretch>
            <a:fillRect/>
          </a:stretch>
        </p:blipFill>
        <p:spPr>
          <a:xfrm>
            <a:off x="9982786" y="438764"/>
            <a:ext cx="1748655" cy="61784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eer dunkel">
  <p:cSld name="Abschlussfolie dunkel">
    <p:bg>
      <p:bgPr>
        <a:solidFill>
          <a:schemeClr val="dk1"/>
        </a:solidFill>
        <a:effectLst/>
      </p:bgPr>
    </p:bg>
    <p:spTree>
      <p:nvGrpSpPr>
        <p:cNvPr id="1" name="Shape 61"/>
        <p:cNvGrpSpPr/>
        <p:nvPr/>
      </p:nvGrpSpPr>
      <p:grpSpPr>
        <a:xfrm>
          <a:off x="0" y="0"/>
          <a:ext cx="0" cy="0"/>
          <a:chOff x="0" y="0"/>
          <a:chExt cx="0" cy="0"/>
        </a:xfrm>
      </p:grpSpPr>
      <p:pic>
        <p:nvPicPr>
          <p:cNvPr id="9" name="Grafik 8">
            <a:extLst>
              <a:ext uri="{FF2B5EF4-FFF2-40B4-BE49-F238E27FC236}">
                <a16:creationId xmlns:a16="http://schemas.microsoft.com/office/drawing/2014/main" id="{B0BF41E5-5043-1676-634A-40E34BE61419}"/>
              </a:ext>
            </a:extLst>
          </p:cNvPr>
          <p:cNvPicPr>
            <a:picLocks noChangeAspect="1"/>
          </p:cNvPicPr>
          <p:nvPr userDrawn="1"/>
        </p:nvPicPr>
        <p:blipFill>
          <a:blip r:embed="rId2"/>
          <a:stretch>
            <a:fillRect/>
          </a:stretch>
        </p:blipFill>
        <p:spPr>
          <a:xfrm>
            <a:off x="10224903" y="260100"/>
            <a:ext cx="1706881" cy="603083"/>
          </a:xfrm>
          <a:prstGeom prst="rect">
            <a:avLst/>
          </a:prstGeom>
        </p:spPr>
      </p:pic>
      <p:sp>
        <p:nvSpPr>
          <p:cNvPr id="15" name="Gleichschenkliges Dreieck 14">
            <a:extLst>
              <a:ext uri="{FF2B5EF4-FFF2-40B4-BE49-F238E27FC236}">
                <a16:creationId xmlns:a16="http://schemas.microsoft.com/office/drawing/2014/main" id="{80A1D962-6EBE-42A3-9745-79876427301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6" name="Grafik 15" descr="Ein Bild, das Text, Schrift, Screenshot, Visitenkarte enthält.&#10;&#10;KI-generierte Inhalte können fehlerhaft sein.">
            <a:extLst>
              <a:ext uri="{FF2B5EF4-FFF2-40B4-BE49-F238E27FC236}">
                <a16:creationId xmlns:a16="http://schemas.microsoft.com/office/drawing/2014/main" id="{2E67989E-C41B-4A5E-A549-5592B33B1609}"/>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22" name="Google Shape;42;p5">
            <a:extLst>
              <a:ext uri="{FF2B5EF4-FFF2-40B4-BE49-F238E27FC236}">
                <a16:creationId xmlns:a16="http://schemas.microsoft.com/office/drawing/2014/main" id="{C66AEA29-77E0-21E3-CA86-7D515B5A085C}"/>
              </a:ext>
            </a:extLst>
          </p:cNvPr>
          <p:cNvPicPr preferRelativeResize="0"/>
          <p:nvPr userDrawn="1"/>
        </p:nvPicPr>
        <p:blipFill rotWithShape="1">
          <a:blip r:embed="rId4">
            <a:alphaModFix/>
          </a:blip>
          <a:srcRect/>
          <a:stretch/>
        </p:blipFill>
        <p:spPr>
          <a:xfrm>
            <a:off x="-3085333" y="260100"/>
            <a:ext cx="9660910" cy="787039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extLst>
      <p:ext uri="{BB962C8B-B14F-4D97-AF65-F5344CB8AC3E}">
        <p14:creationId xmlns:p14="http://schemas.microsoft.com/office/powerpoint/2010/main" val="6361009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Abschlussfolie">
  <p:cSld name="Abschlussfolie">
    <p:bg>
      <p:bgPr>
        <a:solidFill>
          <a:schemeClr val="lt1"/>
        </a:solidFill>
        <a:effectLst/>
      </p:bgPr>
    </p:bg>
    <p:spTree>
      <p:nvGrpSpPr>
        <p:cNvPr id="1" name="Shape 48"/>
        <p:cNvGrpSpPr/>
        <p:nvPr/>
      </p:nvGrpSpPr>
      <p:grpSpPr>
        <a:xfrm>
          <a:off x="0" y="0"/>
          <a:ext cx="0" cy="0"/>
          <a:chOff x="0" y="0"/>
          <a:chExt cx="0" cy="0"/>
        </a:xfrm>
      </p:grpSpPr>
      <p:pic>
        <p:nvPicPr>
          <p:cNvPr id="49" name="Google Shape;49;p6"/>
          <p:cNvPicPr preferRelativeResize="0"/>
          <p:nvPr/>
        </p:nvPicPr>
        <p:blipFill rotWithShape="1">
          <a:blip r:embed="rId2">
            <a:alphaModFix amt="50000"/>
            <a:duotone>
              <a:schemeClr val="accent4">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rcRect/>
          <a:stretch/>
        </p:blipFill>
        <p:spPr>
          <a:xfrm>
            <a:off x="1684787" y="-627015"/>
            <a:ext cx="10703154" cy="7563394"/>
          </a:xfrm>
          <a:prstGeom prst="rect">
            <a:avLst/>
          </a:prstGeom>
          <a:noFill/>
          <a:ln>
            <a:noFill/>
          </a:ln>
          <a:effectLst/>
        </p:spPr>
      </p:pic>
      <p:sp>
        <p:nvSpPr>
          <p:cNvPr id="50" name="Google Shape;50;p6"/>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51" name="Google Shape;51;p6"/>
          <p:cNvPicPr preferRelativeResize="0"/>
          <p:nvPr/>
        </p:nvPicPr>
        <p:blipFill rotWithShape="1">
          <a:blip r:embed="rId4">
            <a:alphaModFix/>
          </a:blip>
          <a:srcRect/>
          <a:stretch/>
        </p:blipFill>
        <p:spPr>
          <a:xfrm>
            <a:off x="465589" y="5734050"/>
            <a:ext cx="2229230" cy="828000"/>
          </a:xfrm>
          <a:prstGeom prst="rect">
            <a:avLst/>
          </a:prstGeom>
          <a:noFill/>
          <a:ln>
            <a:noFill/>
          </a:ln>
        </p:spPr>
      </p:pic>
      <p:sp>
        <p:nvSpPr>
          <p:cNvPr id="52" name="Google Shape;52;p6"/>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91666"/>
              </a:lnSpc>
              <a:spcBef>
                <a:spcPts val="0"/>
              </a:spcBef>
              <a:spcAft>
                <a:spcPts val="0"/>
              </a:spcAft>
              <a:buClr>
                <a:schemeClr val="dk1"/>
              </a:buClr>
              <a:buSzPts val="2400"/>
              <a:buNone/>
              <a:defRPr sz="2400">
                <a:solidFill>
                  <a:schemeClr val="bg2">
                    <a:lumMod val="50000"/>
                  </a:schemeClr>
                </a:solidFill>
              </a:defRPr>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53" name="Google Shape;53;p6"/>
          <p:cNvPicPr preferRelativeResize="0"/>
          <p:nvPr/>
        </p:nvPicPr>
        <p:blipFill rotWithShape="1">
          <a:blip r:embed="rId4">
            <a:alphaModFix/>
            <a:duotone>
              <a:schemeClr val="accent4">
                <a:shade val="45000"/>
                <a:satMod val="135000"/>
              </a:schemeClr>
              <a:prstClr val="white"/>
            </a:duotone>
          </a:blip>
          <a:srcRect/>
          <a:stretch/>
        </p:blipFill>
        <p:spPr>
          <a:xfrm>
            <a:off x="465589" y="5734050"/>
            <a:ext cx="2229230" cy="828000"/>
          </a:xfrm>
          <a:prstGeom prst="rect">
            <a:avLst/>
          </a:prstGeom>
          <a:noFill/>
          <a:ln>
            <a:noFill/>
          </a:ln>
        </p:spPr>
      </p:pic>
      <p:pic>
        <p:nvPicPr>
          <p:cNvPr id="2" name="Grafik 1" descr="Ein Bild, das Text, Schrift, Screenshot, Grafiken enthält.&#10;&#10;KI-generierte Inhalte können fehlerhaft sein.">
            <a:extLst>
              <a:ext uri="{FF2B5EF4-FFF2-40B4-BE49-F238E27FC236}">
                <a16:creationId xmlns:a16="http://schemas.microsoft.com/office/drawing/2014/main" id="{EC072C3A-9DC1-18BF-6974-3EEFD44EE1E4}"/>
              </a:ext>
            </a:extLst>
          </p:cNvPr>
          <p:cNvPicPr>
            <a:picLocks noChangeAspect="1"/>
          </p:cNvPicPr>
          <p:nvPr userDrawn="1"/>
        </p:nvPicPr>
        <p:blipFill>
          <a:blip r:embed="rId5"/>
          <a:stretch>
            <a:fillRect/>
          </a:stretch>
        </p:blipFill>
        <p:spPr>
          <a:xfrm>
            <a:off x="10026263" y="453524"/>
            <a:ext cx="1705178" cy="603083"/>
          </a:xfrm>
          <a:prstGeom prst="rect">
            <a:avLst/>
          </a:prstGeom>
        </p:spPr>
      </p:pic>
      <p:pic>
        <p:nvPicPr>
          <p:cNvPr id="3" name="Grafik 2" descr="Ein Bild, das Text, Schrift, Screenshot, Visitenkarte enthält.&#10;&#10;KI-generierte Inhalte können fehlerhaft sein.">
            <a:extLst>
              <a:ext uri="{FF2B5EF4-FFF2-40B4-BE49-F238E27FC236}">
                <a16:creationId xmlns:a16="http://schemas.microsoft.com/office/drawing/2014/main" id="{B6E005FD-DA69-BC23-E7D7-52DB0268EA80}"/>
              </a:ext>
            </a:extLst>
          </p:cNvPr>
          <p:cNvPicPr>
            <a:picLocks noChangeAspect="1"/>
          </p:cNvPicPr>
          <p:nvPr userDrawn="1"/>
        </p:nvPicPr>
        <p:blipFill>
          <a:blip r:embed="rId6"/>
          <a:stretch>
            <a:fillRect/>
          </a:stretch>
        </p:blipFill>
        <p:spPr>
          <a:xfrm>
            <a:off x="10026263" y="1152000"/>
            <a:ext cx="1705178" cy="11381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Leer dunkel" preserve="1">
  <p:cSld name="Leer hell_2">
    <p:bg>
      <p:bgPr>
        <a:solidFill>
          <a:schemeClr val="bg1"/>
        </a:solidFill>
        <a:effectLst/>
      </p:bgPr>
    </p:bg>
    <p:spTree>
      <p:nvGrpSpPr>
        <p:cNvPr id="1" name="Shape 61"/>
        <p:cNvGrpSpPr/>
        <p:nvPr/>
      </p:nvGrpSpPr>
      <p:grpSpPr>
        <a:xfrm>
          <a:off x="0" y="0"/>
          <a:ext cx="0" cy="0"/>
          <a:chOff x="0" y="0"/>
          <a:chExt cx="0" cy="0"/>
        </a:xfrm>
      </p:grpSpPr>
      <p:pic>
        <p:nvPicPr>
          <p:cNvPr id="8" name="Google Shape;42;p5">
            <a:extLst>
              <a:ext uri="{FF2B5EF4-FFF2-40B4-BE49-F238E27FC236}">
                <a16:creationId xmlns:a16="http://schemas.microsoft.com/office/drawing/2014/main" id="{F47AA3BD-061C-FFF1-2597-0E003D1A2DD3}"/>
              </a:ext>
            </a:extLst>
          </p:cNvPr>
          <p:cNvPicPr preferRelativeResize="0"/>
          <p:nvPr userDrawn="1"/>
        </p:nvPicPr>
        <p:blipFill rotWithShape="1">
          <a:blip r:embed="rId2">
            <a:alphaModFix amt="70000"/>
            <a:duotone>
              <a:schemeClr val="accent4">
                <a:shade val="45000"/>
                <a:satMod val="135000"/>
              </a:schemeClr>
              <a:prstClr val="white"/>
            </a:duotone>
            <a:extLst>
              <a:ext uri="{BEBA8EAE-BF5A-486C-A8C5-ECC9F3942E4B}">
                <a14:imgProps xmlns:a14="http://schemas.microsoft.com/office/drawing/2010/main">
                  <a14:imgLayer r:embed="rId3">
                    <a14:imgEffect>
                      <a14:colorTemperature colorTemp="6652"/>
                    </a14:imgEffect>
                    <a14:imgEffect>
                      <a14:saturation sat="350000"/>
                    </a14:imgEffect>
                    <a14:imgEffect>
                      <a14:brightnessContrast bright="-100000"/>
                    </a14:imgEffect>
                  </a14:imgLayer>
                </a14:imgProps>
              </a:ext>
            </a:extLst>
          </a:blip>
          <a:srcRect l="31937" b="16168"/>
          <a:stretch/>
        </p:blipFill>
        <p:spPr>
          <a:xfrm>
            <a:off x="-1" y="260101"/>
            <a:ext cx="6575577" cy="6597900"/>
          </a:xfrm>
          <a:prstGeom prst="rect">
            <a:avLst/>
          </a:prstGeom>
          <a:noFill/>
          <a:ln>
            <a:noFill/>
          </a:ln>
        </p:spPr>
      </p:pic>
      <p:pic>
        <p:nvPicPr>
          <p:cNvPr id="4" name="Grafik 3" descr="Ein Bild, das Text, Schrift, Screenshot, Grafiken enthält.&#10;&#10;KI-generierte Inhalte können fehlerhaft sein.">
            <a:extLst>
              <a:ext uri="{FF2B5EF4-FFF2-40B4-BE49-F238E27FC236}">
                <a16:creationId xmlns:a16="http://schemas.microsoft.com/office/drawing/2014/main" id="{DAA60E84-C429-8733-F2F3-E5D8F355959F}"/>
              </a:ext>
            </a:extLst>
          </p:cNvPr>
          <p:cNvPicPr>
            <a:picLocks noChangeAspect="1"/>
          </p:cNvPicPr>
          <p:nvPr userDrawn="1"/>
        </p:nvPicPr>
        <p:blipFill>
          <a:blip r:embed="rId4"/>
          <a:stretch>
            <a:fillRect/>
          </a:stretch>
        </p:blipFill>
        <p:spPr>
          <a:xfrm>
            <a:off x="10226606" y="260100"/>
            <a:ext cx="1705178" cy="603083"/>
          </a:xfrm>
          <a:prstGeom prst="rect">
            <a:avLst/>
          </a:prstGeom>
        </p:spPr>
      </p:pic>
      <p:pic>
        <p:nvPicPr>
          <p:cNvPr id="2" name="Grafik 1" descr="Ein Bild, das Text, Schrift, Screenshot, Visitenkarte enthält.&#10;&#10;KI-generierte Inhalte können fehlerhaft sein.">
            <a:extLst>
              <a:ext uri="{FF2B5EF4-FFF2-40B4-BE49-F238E27FC236}">
                <a16:creationId xmlns:a16="http://schemas.microsoft.com/office/drawing/2014/main" id="{D7CADC23-6428-4139-3752-F45AF64B83BF}"/>
              </a:ext>
            </a:extLst>
          </p:cNvPr>
          <p:cNvPicPr>
            <a:picLocks noChangeAspect="1"/>
          </p:cNvPicPr>
          <p:nvPr userDrawn="1"/>
        </p:nvPicPr>
        <p:blipFill>
          <a:blip r:embed="rId5"/>
          <a:stretch>
            <a:fillRect/>
          </a:stretch>
        </p:blipFill>
        <p:spPr>
          <a:xfrm>
            <a:off x="10226606" y="863183"/>
            <a:ext cx="1705178" cy="1138121"/>
          </a:xfrm>
          <a:prstGeom prst="rect">
            <a:avLst/>
          </a:prstGeom>
        </p:spPr>
      </p:pic>
    </p:spTree>
    <p:extLst>
      <p:ext uri="{BB962C8B-B14F-4D97-AF65-F5344CB8AC3E}">
        <p14:creationId xmlns:p14="http://schemas.microsoft.com/office/powerpoint/2010/main" val="319966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Zitat mit Bild" userDrawn="1">
  <p:cSld name="Zitat mit Bild">
    <p:bg>
      <p:bgPr>
        <a:solidFill>
          <a:schemeClr val="accent3"/>
        </a:solidFill>
        <a:effectLst/>
      </p:bgPr>
    </p:bg>
    <p:spTree>
      <p:nvGrpSpPr>
        <p:cNvPr id="1" name="Shape 67"/>
        <p:cNvGrpSpPr/>
        <p:nvPr/>
      </p:nvGrpSpPr>
      <p:grpSpPr>
        <a:xfrm>
          <a:off x="0" y="0"/>
          <a:ext cx="0" cy="0"/>
          <a:chOff x="0" y="0"/>
          <a:chExt cx="0" cy="0"/>
        </a:xfrm>
      </p:grpSpPr>
      <p:sp>
        <p:nvSpPr>
          <p:cNvPr id="72" name="Google Shape;72;p9"/>
          <p:cNvSpPr>
            <a:spLocks noGrp="1"/>
          </p:cNvSpPr>
          <p:nvPr>
            <p:ph type="pic" idx="2"/>
          </p:nvPr>
        </p:nvSpPr>
        <p:spPr>
          <a:xfrm>
            <a:off x="5976938" y="-1"/>
            <a:ext cx="6215062" cy="6858001"/>
          </a:xfrm>
          <a:prstGeom prst="rect">
            <a:avLst/>
          </a:prstGeom>
          <a:solidFill>
            <a:schemeClr val="bg1"/>
          </a:solidFill>
          <a:ln>
            <a:noFill/>
          </a:ln>
        </p:spPr>
      </p:sp>
      <p:sp>
        <p:nvSpPr>
          <p:cNvPr id="76" name="Google Shape;76;p9"/>
          <p:cNvSpPr txBox="1">
            <a:spLocks noGrp="1"/>
          </p:cNvSpPr>
          <p:nvPr>
            <p:ph type="sldNum" idx="12"/>
          </p:nvPr>
        </p:nvSpPr>
        <p:spPr>
          <a:xfrm>
            <a:off x="11524104" y="6459251"/>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3" name="Gleichschenkliges Dreieck 2">
            <a:extLst>
              <a:ext uri="{FF2B5EF4-FFF2-40B4-BE49-F238E27FC236}">
                <a16:creationId xmlns:a16="http://schemas.microsoft.com/office/drawing/2014/main" id="{5640E307-2BF9-CACF-4C05-D4C13B05D7C1}"/>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80C61190-CD21-681A-3A04-E027813C8910}"/>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AE162294-E63D-B8E4-23E2-BCED6DD32EED}"/>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6D2527C2-7F56-98F6-7066-F05A590E2D9B}"/>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 name="Google Shape;104;p12">
            <a:extLst>
              <a:ext uri="{FF2B5EF4-FFF2-40B4-BE49-F238E27FC236}">
                <a16:creationId xmlns:a16="http://schemas.microsoft.com/office/drawing/2014/main" id="{78011120-BB62-FEEF-47A5-CC5E0ADEDFBA}"/>
              </a:ext>
            </a:extLst>
          </p:cNvPr>
          <p:cNvSpPr txBox="1">
            <a:spLocks noGrp="1"/>
          </p:cNvSpPr>
          <p:nvPr>
            <p:ph type="body" idx="1"/>
          </p:nvPr>
        </p:nvSpPr>
        <p:spPr>
          <a:xfrm>
            <a:off x="480626" y="1602999"/>
            <a:ext cx="5335504"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9" name="Google Shape;134;p15">
            <a:extLst>
              <a:ext uri="{FF2B5EF4-FFF2-40B4-BE49-F238E27FC236}">
                <a16:creationId xmlns:a16="http://schemas.microsoft.com/office/drawing/2014/main" id="{D15598A7-DB5B-B8C8-4182-4D26D183AEBB}"/>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ext links, 3 Fotos rechts" userDrawn="1">
  <p:cSld name="Text links, 3 Fotos rechts">
    <p:spTree>
      <p:nvGrpSpPr>
        <p:cNvPr id="1" name="Shape 77"/>
        <p:cNvGrpSpPr/>
        <p:nvPr/>
      </p:nvGrpSpPr>
      <p:grpSpPr>
        <a:xfrm>
          <a:off x="0" y="0"/>
          <a:ext cx="0" cy="0"/>
          <a:chOff x="0" y="0"/>
          <a:chExt cx="0" cy="0"/>
        </a:xfrm>
      </p:grpSpPr>
      <p:sp>
        <p:nvSpPr>
          <p:cNvPr id="79" name="Google Shape;79;p10"/>
          <p:cNvSpPr>
            <a:spLocks noGrp="1"/>
          </p:cNvSpPr>
          <p:nvPr>
            <p:ph type="pic" idx="2"/>
          </p:nvPr>
        </p:nvSpPr>
        <p:spPr>
          <a:xfrm>
            <a:off x="6094800" y="1132645"/>
            <a:ext cx="5616575" cy="5012562"/>
          </a:xfrm>
          <a:prstGeom prst="rect">
            <a:avLst/>
          </a:prstGeom>
          <a:solidFill>
            <a:schemeClr val="bg1"/>
          </a:solidFill>
          <a:ln>
            <a:noFill/>
          </a:ln>
        </p:spPr>
      </p:sp>
      <p:sp>
        <p:nvSpPr>
          <p:cNvPr id="83" name="Google Shape;83;p10"/>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936C69AB-71BA-35D0-5DC2-020FD72727A1}"/>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5" name="Gleichschenkliges Dreieck 4">
            <a:extLst>
              <a:ext uri="{FF2B5EF4-FFF2-40B4-BE49-F238E27FC236}">
                <a16:creationId xmlns:a16="http://schemas.microsoft.com/office/drawing/2014/main" id="{51AF5458-1F33-7EAE-8751-F24D3E564DA2}"/>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Schrift, Screenshot, Visitenkarte enthält.&#10;&#10;KI-generierte Inhalte können fehlerhaft sein.">
            <a:extLst>
              <a:ext uri="{FF2B5EF4-FFF2-40B4-BE49-F238E27FC236}">
                <a16:creationId xmlns:a16="http://schemas.microsoft.com/office/drawing/2014/main" id="{AF73E771-922B-A0AC-6CEB-0A89C788A8D4}"/>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7" name="Google Shape;139;p16">
            <a:extLst>
              <a:ext uri="{FF2B5EF4-FFF2-40B4-BE49-F238E27FC236}">
                <a16:creationId xmlns:a16="http://schemas.microsoft.com/office/drawing/2014/main" id="{4EA795FC-9247-8B6F-D503-8DB8D86A459C}"/>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 name="Google Shape;140;p16">
            <a:extLst>
              <a:ext uri="{FF2B5EF4-FFF2-40B4-BE49-F238E27FC236}">
                <a16:creationId xmlns:a16="http://schemas.microsoft.com/office/drawing/2014/main" id="{74E7EFAB-5783-4320-7B8C-436DCBD5F8C5}"/>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 name="Google Shape;104;p12">
            <a:extLst>
              <a:ext uri="{FF2B5EF4-FFF2-40B4-BE49-F238E27FC236}">
                <a16:creationId xmlns:a16="http://schemas.microsoft.com/office/drawing/2014/main" id="{EB61180E-BCC0-FC25-978B-E063025564E3}"/>
              </a:ext>
            </a:extLst>
          </p:cNvPr>
          <p:cNvSpPr txBox="1">
            <a:spLocks noGrp="1"/>
          </p:cNvSpPr>
          <p:nvPr>
            <p:ph type="body" idx="1"/>
          </p:nvPr>
        </p:nvSpPr>
        <p:spPr>
          <a:xfrm>
            <a:off x="480626" y="1602999"/>
            <a:ext cx="5335504"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2D1482AC-51B3-ADB0-D743-121C59C19CD0}"/>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Text links, 3 Fotos rechts" userDrawn="1">
  <p:cSld name="1_Text links, 3 Fotos rechts">
    <p:spTree>
      <p:nvGrpSpPr>
        <p:cNvPr id="1" name="Shape 86"/>
        <p:cNvGrpSpPr/>
        <p:nvPr/>
      </p:nvGrpSpPr>
      <p:grpSpPr>
        <a:xfrm>
          <a:off x="0" y="0"/>
          <a:ext cx="0" cy="0"/>
          <a:chOff x="0" y="0"/>
          <a:chExt cx="0" cy="0"/>
        </a:xfrm>
      </p:grpSpPr>
      <p:sp>
        <p:nvSpPr>
          <p:cNvPr id="88" name="Google Shape;88;p11"/>
          <p:cNvSpPr>
            <a:spLocks noGrp="1"/>
          </p:cNvSpPr>
          <p:nvPr>
            <p:ph type="pic" idx="2"/>
          </p:nvPr>
        </p:nvSpPr>
        <p:spPr>
          <a:xfrm>
            <a:off x="6094800" y="1132645"/>
            <a:ext cx="5616575" cy="2340000"/>
          </a:xfrm>
          <a:prstGeom prst="rect">
            <a:avLst/>
          </a:prstGeom>
          <a:solidFill>
            <a:schemeClr val="bg1"/>
          </a:solidFill>
          <a:ln>
            <a:noFill/>
          </a:ln>
        </p:spPr>
      </p:sp>
      <p:sp>
        <p:nvSpPr>
          <p:cNvPr id="92" name="Google Shape;92;p11"/>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95" name="Google Shape;95;p11"/>
          <p:cNvSpPr>
            <a:spLocks noGrp="1"/>
          </p:cNvSpPr>
          <p:nvPr>
            <p:ph type="pic" idx="3"/>
          </p:nvPr>
        </p:nvSpPr>
        <p:spPr>
          <a:xfrm>
            <a:off x="6095999" y="3805207"/>
            <a:ext cx="5615375" cy="2340000"/>
          </a:xfrm>
          <a:prstGeom prst="rect">
            <a:avLst/>
          </a:prstGeom>
          <a:solidFill>
            <a:schemeClr val="bg1"/>
          </a:solidFill>
          <a:ln>
            <a:noFill/>
          </a:ln>
        </p:spPr>
      </p:sp>
      <p:pic>
        <p:nvPicPr>
          <p:cNvPr id="2" name="Grafik 1" descr="Ein Bild, das Text, Schrift, Screenshot, Grafiken enthält.&#10;&#10;KI-generierte Inhalte können fehlerhaft sein.">
            <a:extLst>
              <a:ext uri="{FF2B5EF4-FFF2-40B4-BE49-F238E27FC236}">
                <a16:creationId xmlns:a16="http://schemas.microsoft.com/office/drawing/2014/main" id="{EC10F341-74D3-D39A-82DD-6DEDDE1DB246}"/>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24CE71F0-15EB-9D75-ABB8-6AB53DF35864}"/>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FF2E2A29-DC49-1C86-6108-BA6A188D3417}"/>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97DEC054-E745-A070-24FC-86C5322CF824}"/>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DF52E6A9-ECE3-383C-5B55-3BEEFA354C2E}"/>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 name="Google Shape;104;p12">
            <a:extLst>
              <a:ext uri="{FF2B5EF4-FFF2-40B4-BE49-F238E27FC236}">
                <a16:creationId xmlns:a16="http://schemas.microsoft.com/office/drawing/2014/main" id="{1D8C8578-FBEB-83BF-088F-0FF036B33714}"/>
              </a:ext>
            </a:extLst>
          </p:cNvPr>
          <p:cNvSpPr txBox="1">
            <a:spLocks noGrp="1"/>
          </p:cNvSpPr>
          <p:nvPr>
            <p:ph type="body" idx="1"/>
          </p:nvPr>
        </p:nvSpPr>
        <p:spPr>
          <a:xfrm>
            <a:off x="474214" y="1602999"/>
            <a:ext cx="5341916"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 name="Google Shape;134;p15">
            <a:extLst>
              <a:ext uri="{FF2B5EF4-FFF2-40B4-BE49-F238E27FC236}">
                <a16:creationId xmlns:a16="http://schemas.microsoft.com/office/drawing/2014/main" id="{E04D412F-B365-ECD8-8FFF-3B124DCAD3CD}"/>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2_Text links, 3 Fotos rechts" userDrawn="1">
  <p:cSld name="2_Text links, 3 Fotos rechts">
    <p:spTree>
      <p:nvGrpSpPr>
        <p:cNvPr id="1" name="Shape 96"/>
        <p:cNvGrpSpPr/>
        <p:nvPr/>
      </p:nvGrpSpPr>
      <p:grpSpPr>
        <a:xfrm>
          <a:off x="0" y="0"/>
          <a:ext cx="0" cy="0"/>
          <a:chOff x="0" y="0"/>
          <a:chExt cx="0" cy="0"/>
        </a:xfrm>
      </p:grpSpPr>
      <p:sp>
        <p:nvSpPr>
          <p:cNvPr id="98" name="Google Shape;98;p12"/>
          <p:cNvSpPr>
            <a:spLocks noGrp="1"/>
          </p:cNvSpPr>
          <p:nvPr>
            <p:ph type="pic" idx="2"/>
          </p:nvPr>
        </p:nvSpPr>
        <p:spPr>
          <a:xfrm>
            <a:off x="6094800" y="1132645"/>
            <a:ext cx="5616575" cy="2340000"/>
          </a:xfrm>
          <a:prstGeom prst="rect">
            <a:avLst/>
          </a:prstGeom>
          <a:solidFill>
            <a:schemeClr val="bg1"/>
          </a:solidFill>
          <a:ln>
            <a:noFill/>
          </a:ln>
        </p:spPr>
      </p:sp>
      <p:sp>
        <p:nvSpPr>
          <p:cNvPr id="102" name="Google Shape;102;p12"/>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105" name="Google Shape;105;p12"/>
          <p:cNvSpPr>
            <a:spLocks noGrp="1"/>
          </p:cNvSpPr>
          <p:nvPr>
            <p:ph type="pic" idx="3"/>
          </p:nvPr>
        </p:nvSpPr>
        <p:spPr>
          <a:xfrm>
            <a:off x="6096000" y="3805207"/>
            <a:ext cx="2628000" cy="2340000"/>
          </a:xfrm>
          <a:prstGeom prst="rect">
            <a:avLst/>
          </a:prstGeom>
          <a:solidFill>
            <a:schemeClr val="bg1"/>
          </a:solidFill>
          <a:ln>
            <a:noFill/>
          </a:ln>
        </p:spPr>
      </p:sp>
      <p:sp>
        <p:nvSpPr>
          <p:cNvPr id="106" name="Google Shape;106;p12"/>
          <p:cNvSpPr>
            <a:spLocks noGrp="1"/>
          </p:cNvSpPr>
          <p:nvPr>
            <p:ph type="pic" idx="4"/>
          </p:nvPr>
        </p:nvSpPr>
        <p:spPr>
          <a:xfrm>
            <a:off x="9084575" y="3805207"/>
            <a:ext cx="2628000" cy="2340000"/>
          </a:xfrm>
          <a:prstGeom prst="rect">
            <a:avLst/>
          </a:prstGeom>
          <a:solidFill>
            <a:schemeClr val="bg1"/>
          </a:solidFill>
          <a:ln>
            <a:noFill/>
          </a:ln>
        </p:spPr>
      </p:sp>
      <p:pic>
        <p:nvPicPr>
          <p:cNvPr id="2" name="Grafik 1" descr="Ein Bild, das Text, Schrift, Screenshot, Grafiken enthält.&#10;&#10;KI-generierte Inhalte können fehlerhaft sein.">
            <a:extLst>
              <a:ext uri="{FF2B5EF4-FFF2-40B4-BE49-F238E27FC236}">
                <a16:creationId xmlns:a16="http://schemas.microsoft.com/office/drawing/2014/main" id="{5E81F2A6-5D28-F8CC-6798-1C5AC63C5526}"/>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788D9641-BD84-AF99-56EA-32FAB7819B5E}"/>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E5A686B0-5E21-A25A-FCD9-784EF64484C2}"/>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8F0B0378-24FB-537A-F362-B215B2C87B58}"/>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340496D2-C60D-B8EB-90F8-98409EF57000}"/>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 name="Google Shape;104;p12">
            <a:extLst>
              <a:ext uri="{FF2B5EF4-FFF2-40B4-BE49-F238E27FC236}">
                <a16:creationId xmlns:a16="http://schemas.microsoft.com/office/drawing/2014/main" id="{B2B8A8F7-A707-64C7-2AE6-81416C6C55EF}"/>
              </a:ext>
            </a:extLst>
          </p:cNvPr>
          <p:cNvSpPr txBox="1">
            <a:spLocks noGrp="1"/>
          </p:cNvSpPr>
          <p:nvPr>
            <p:ph type="body" idx="1"/>
          </p:nvPr>
        </p:nvSpPr>
        <p:spPr>
          <a:xfrm>
            <a:off x="480626" y="1602999"/>
            <a:ext cx="5335504"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 name="Google Shape;134;p15">
            <a:extLst>
              <a:ext uri="{FF2B5EF4-FFF2-40B4-BE49-F238E27FC236}">
                <a16:creationId xmlns:a16="http://schemas.microsoft.com/office/drawing/2014/main" id="{400DC504-4891-BD2A-4E5C-EE4335FF40BA}"/>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ext rechts, 1 Foto schmal links">
  <p:cSld name="Text rechts, 1 Foto schmal links">
    <p:bg>
      <p:bgPr>
        <a:solidFill>
          <a:schemeClr val="dk2"/>
        </a:solidFill>
        <a:effectLst/>
      </p:bgPr>
    </p:bg>
    <p:spTree>
      <p:nvGrpSpPr>
        <p:cNvPr id="1" name="Shape 117"/>
        <p:cNvGrpSpPr/>
        <p:nvPr/>
      </p:nvGrpSpPr>
      <p:grpSpPr>
        <a:xfrm>
          <a:off x="0" y="0"/>
          <a:ext cx="0" cy="0"/>
          <a:chOff x="0" y="0"/>
          <a:chExt cx="0" cy="0"/>
        </a:xfrm>
      </p:grpSpPr>
      <p:sp>
        <p:nvSpPr>
          <p:cNvPr id="118" name="Google Shape;118;p14"/>
          <p:cNvSpPr/>
          <p:nvPr/>
        </p:nvSpPr>
        <p:spPr>
          <a:xfrm>
            <a:off x="-2" y="0"/>
            <a:ext cx="12191999" cy="6858000"/>
          </a:xfrm>
          <a:custGeom>
            <a:avLst/>
            <a:gdLst/>
            <a:ahLst/>
            <a:cxnLst/>
            <a:rect l="l" t="t" r="r" b="b"/>
            <a:pathLst>
              <a:path w="12191999" h="6858000" extrusionOk="0">
                <a:moveTo>
                  <a:pt x="3945774" y="0"/>
                </a:moveTo>
                <a:lnTo>
                  <a:pt x="12191999" y="0"/>
                </a:lnTo>
                <a:lnTo>
                  <a:pt x="12191999" y="6858000"/>
                </a:lnTo>
                <a:lnTo>
                  <a:pt x="8246225" y="6858000"/>
                </a:lnTo>
                <a:lnTo>
                  <a:pt x="3945774" y="6858000"/>
                </a:lnTo>
                <a:lnTo>
                  <a:pt x="0" y="6858000"/>
                </a:lnTo>
                <a:lnTo>
                  <a:pt x="0" y="6367464"/>
                </a:lnTo>
                <a:lnTo>
                  <a:pt x="3945774" y="636746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dana"/>
              <a:ea typeface="Verdana"/>
              <a:cs typeface="Verdana"/>
              <a:sym typeface="Verdana"/>
            </a:endParaRPr>
          </a:p>
        </p:txBody>
      </p:sp>
      <p:sp>
        <p:nvSpPr>
          <p:cNvPr id="119" name="Google Shape;119;p14"/>
          <p:cNvSpPr/>
          <p:nvPr/>
        </p:nvSpPr>
        <p:spPr>
          <a:xfrm>
            <a:off x="-1" y="0"/>
            <a:ext cx="12191999" cy="6858000"/>
          </a:xfrm>
          <a:custGeom>
            <a:avLst/>
            <a:gdLst/>
            <a:ahLst/>
            <a:cxnLst/>
            <a:rect l="l" t="t" r="r" b="b"/>
            <a:pathLst>
              <a:path w="12191999" h="6858000" extrusionOk="0">
                <a:moveTo>
                  <a:pt x="0" y="0"/>
                </a:moveTo>
                <a:lnTo>
                  <a:pt x="1" y="0"/>
                </a:lnTo>
                <a:lnTo>
                  <a:pt x="1" y="6368304"/>
                </a:lnTo>
                <a:lnTo>
                  <a:pt x="5847965" y="6368304"/>
                </a:lnTo>
                <a:lnTo>
                  <a:pt x="5847965" y="0"/>
                </a:lnTo>
                <a:lnTo>
                  <a:pt x="12191999" y="0"/>
                </a:lnTo>
                <a:lnTo>
                  <a:pt x="12191999"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de-DE" sz="1800">
                <a:solidFill>
                  <a:schemeClr val="lt1"/>
                </a:solidFill>
                <a:latin typeface="Verdana"/>
                <a:ea typeface="Verdana"/>
                <a:cs typeface="Verdana"/>
                <a:sym typeface="Verdana"/>
              </a:rPr>
              <a:t> </a:t>
            </a:r>
            <a:endParaRPr/>
          </a:p>
        </p:txBody>
      </p:sp>
      <p:sp>
        <p:nvSpPr>
          <p:cNvPr id="121" name="Google Shape;121;p14"/>
          <p:cNvSpPr>
            <a:spLocks noGrp="1"/>
          </p:cNvSpPr>
          <p:nvPr>
            <p:ph type="pic" idx="2"/>
          </p:nvPr>
        </p:nvSpPr>
        <p:spPr>
          <a:xfrm>
            <a:off x="0" y="592976"/>
            <a:ext cx="3924300" cy="3498578"/>
          </a:xfrm>
          <a:prstGeom prst="rect">
            <a:avLst/>
          </a:prstGeom>
          <a:noFill/>
          <a:ln>
            <a:noFill/>
          </a:ln>
        </p:spPr>
      </p:sp>
      <p:sp>
        <p:nvSpPr>
          <p:cNvPr id="125" name="Google Shape;125;p14"/>
          <p:cNvSpPr txBox="1">
            <a:spLocks noGrp="1"/>
          </p:cNvSpPr>
          <p:nvPr>
            <p:ph type="sldNum" idx="12"/>
          </p:nvPr>
        </p:nvSpPr>
        <p:spPr>
          <a:xfrm>
            <a:off x="11531078" y="6419049"/>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sz="1100">
                <a:solidFill>
                  <a:schemeClr val="dk2"/>
                </a:solidFill>
                <a:latin typeface="Verdana"/>
                <a:ea typeface="Verdana"/>
                <a:cs typeface="Verdana"/>
                <a:sym typeface="Verdana"/>
              </a:defRPr>
            </a:lvl1pPr>
            <a:lvl2pPr marL="0" lvl="1" indent="0" algn="r">
              <a:spcBef>
                <a:spcPts val="0"/>
              </a:spcBef>
              <a:buNone/>
              <a:defRPr sz="1100">
                <a:solidFill>
                  <a:schemeClr val="dk2"/>
                </a:solidFill>
                <a:latin typeface="Verdana"/>
                <a:ea typeface="Verdana"/>
                <a:cs typeface="Verdana"/>
                <a:sym typeface="Verdana"/>
              </a:defRPr>
            </a:lvl2pPr>
            <a:lvl3pPr marL="0" lvl="2" indent="0" algn="r">
              <a:spcBef>
                <a:spcPts val="0"/>
              </a:spcBef>
              <a:buNone/>
              <a:defRPr sz="1100">
                <a:solidFill>
                  <a:schemeClr val="dk2"/>
                </a:solidFill>
                <a:latin typeface="Verdana"/>
                <a:ea typeface="Verdana"/>
                <a:cs typeface="Verdana"/>
                <a:sym typeface="Verdana"/>
              </a:defRPr>
            </a:lvl3pPr>
            <a:lvl4pPr marL="0" lvl="3" indent="0" algn="r">
              <a:spcBef>
                <a:spcPts val="0"/>
              </a:spcBef>
              <a:buNone/>
              <a:defRPr sz="1100">
                <a:solidFill>
                  <a:schemeClr val="dk2"/>
                </a:solidFill>
                <a:latin typeface="Verdana"/>
                <a:ea typeface="Verdana"/>
                <a:cs typeface="Verdana"/>
                <a:sym typeface="Verdana"/>
              </a:defRPr>
            </a:lvl4pPr>
            <a:lvl5pPr marL="0" lvl="4" indent="0" algn="r">
              <a:spcBef>
                <a:spcPts val="0"/>
              </a:spcBef>
              <a:buNone/>
              <a:defRPr sz="1100">
                <a:solidFill>
                  <a:schemeClr val="dk2"/>
                </a:solidFill>
                <a:latin typeface="Verdana"/>
                <a:ea typeface="Verdana"/>
                <a:cs typeface="Verdana"/>
                <a:sym typeface="Verdana"/>
              </a:defRPr>
            </a:lvl5pPr>
            <a:lvl6pPr marL="0" lvl="5" indent="0" algn="r">
              <a:spcBef>
                <a:spcPts val="0"/>
              </a:spcBef>
              <a:buNone/>
              <a:defRPr sz="1100">
                <a:solidFill>
                  <a:schemeClr val="dk2"/>
                </a:solidFill>
                <a:latin typeface="Verdana"/>
                <a:ea typeface="Verdana"/>
                <a:cs typeface="Verdana"/>
                <a:sym typeface="Verdana"/>
              </a:defRPr>
            </a:lvl6pPr>
            <a:lvl7pPr marL="0" lvl="6" indent="0" algn="r">
              <a:spcBef>
                <a:spcPts val="0"/>
              </a:spcBef>
              <a:buNone/>
              <a:defRPr sz="1100">
                <a:solidFill>
                  <a:schemeClr val="dk2"/>
                </a:solidFill>
                <a:latin typeface="Verdana"/>
                <a:ea typeface="Verdana"/>
                <a:cs typeface="Verdana"/>
                <a:sym typeface="Verdana"/>
              </a:defRPr>
            </a:lvl7pPr>
            <a:lvl8pPr marL="0" lvl="7" indent="0" algn="r">
              <a:spcBef>
                <a:spcPts val="0"/>
              </a:spcBef>
              <a:buNone/>
              <a:defRPr sz="1100">
                <a:solidFill>
                  <a:schemeClr val="dk2"/>
                </a:solidFill>
                <a:latin typeface="Verdana"/>
                <a:ea typeface="Verdana"/>
                <a:cs typeface="Verdana"/>
                <a:sym typeface="Verdana"/>
              </a:defRPr>
            </a:lvl8pPr>
            <a:lvl9pPr marL="0" lvl="8" indent="0" algn="r">
              <a:spcBef>
                <a:spcPts val="0"/>
              </a:spcBef>
              <a:buNone/>
              <a:defRPr sz="1100">
                <a:solidFill>
                  <a:schemeClr val="dk2"/>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de-DE"/>
              <a:t>‹Nr.›</a:t>
            </a:fld>
            <a:endParaRPr/>
          </a:p>
        </p:txBody>
      </p:sp>
      <p:sp>
        <p:nvSpPr>
          <p:cNvPr id="126" name="Google Shape;126;p14"/>
          <p:cNvSpPr txBox="1">
            <a:spLocks noGrp="1"/>
          </p:cNvSpPr>
          <p:nvPr>
            <p:ph type="title"/>
          </p:nvPr>
        </p:nvSpPr>
        <p:spPr>
          <a:xfrm>
            <a:off x="4390768" y="592976"/>
            <a:ext cx="5721071" cy="774770"/>
          </a:xfrm>
          <a:prstGeom prst="rect">
            <a:avLst/>
          </a:prstGeom>
          <a:noFill/>
          <a:ln>
            <a:noFill/>
          </a:ln>
        </p:spPr>
        <p:txBody>
          <a:bodyPr spcFirstLastPara="1" wrap="square" lIns="0" tIns="0" rIns="0" bIns="0" anchor="b" anchorCtr="0">
            <a:noAutofit/>
          </a:bodyPr>
          <a:lstStyle>
            <a:lvl1pPr lvl="0" algn="l">
              <a:lnSpc>
                <a:spcPct val="118181"/>
              </a:lnSpc>
              <a:spcBef>
                <a:spcPts val="0"/>
              </a:spcBef>
              <a:spcAft>
                <a:spcPts val="0"/>
              </a:spcAft>
              <a:buClr>
                <a:schemeClr val="dk1"/>
              </a:buClr>
              <a:buSzPts val="2200"/>
              <a:buFont typeface="Verdana"/>
              <a:buNone/>
              <a:defRPr sz="3200" b="1" i="0"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27" name="Google Shape;127;p14"/>
          <p:cNvSpPr txBox="1">
            <a:spLocks noGrp="1"/>
          </p:cNvSpPr>
          <p:nvPr>
            <p:ph type="body" idx="1"/>
          </p:nvPr>
        </p:nvSpPr>
        <p:spPr>
          <a:xfrm>
            <a:off x="4390768" y="1613290"/>
            <a:ext cx="7140832" cy="4531922"/>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None/>
              <a:defRPr>
                <a:solidFill>
                  <a:schemeClr val="bg2">
                    <a:lumMod val="50000"/>
                  </a:schemeClr>
                </a:solidFill>
              </a:defRPr>
            </a:lvl1pPr>
            <a:lvl2pPr marL="914400" lvl="1" indent="-370840" algn="l">
              <a:lnSpc>
                <a:spcPct val="137500"/>
              </a:lnSpc>
              <a:spcBef>
                <a:spcPts val="1100"/>
              </a:spcBef>
              <a:spcAft>
                <a:spcPts val="0"/>
              </a:spcAft>
              <a:buClr>
                <a:schemeClr val="dk1"/>
              </a:buClr>
              <a:buSzPts val="2240"/>
              <a:buChar char="•"/>
              <a:defRPr>
                <a:solidFill>
                  <a:schemeClr val="dk1"/>
                </a:solidFill>
              </a:defRPr>
            </a:lvl2pPr>
            <a:lvl3pPr marL="1371600" lvl="2" indent="-330200" algn="l">
              <a:lnSpc>
                <a:spcPct val="137500"/>
              </a:lnSpc>
              <a:spcBef>
                <a:spcPts val="1100"/>
              </a:spcBef>
              <a:spcAft>
                <a:spcPts val="0"/>
              </a:spcAft>
              <a:buSzPts val="1600"/>
              <a:buAutoNum type="arabicPeriod"/>
              <a:defRPr>
                <a:solidFill>
                  <a:schemeClr val="dk1"/>
                </a:solidFill>
              </a:defRPr>
            </a:lvl3pPr>
            <a:lvl4pPr marL="1828800" lvl="3" indent="-228600" algn="l">
              <a:lnSpc>
                <a:spcPct val="137500"/>
              </a:lnSpc>
              <a:spcBef>
                <a:spcPts val="1100"/>
              </a:spcBef>
              <a:spcAft>
                <a:spcPts val="0"/>
              </a:spcAft>
              <a:buClr>
                <a:schemeClr val="dk1"/>
              </a:buClr>
              <a:buSzPts val="1600"/>
              <a:buNone/>
              <a:defRPr>
                <a:solidFill>
                  <a:schemeClr val="dk1"/>
                </a:solidFill>
              </a:defRPr>
            </a:lvl4pPr>
            <a:lvl5pPr marL="2286000" lvl="4" indent="-360679" algn="l">
              <a:lnSpc>
                <a:spcPct val="137500"/>
              </a:lnSpc>
              <a:spcBef>
                <a:spcPts val="1100"/>
              </a:spcBef>
              <a:spcAft>
                <a:spcPts val="0"/>
              </a:spcAft>
              <a:buClr>
                <a:schemeClr val="dk1"/>
              </a:buClr>
              <a:buSzPts val="2080"/>
              <a:buChar char="•"/>
              <a:defRPr>
                <a:solidFill>
                  <a:schemeClr val="dk1"/>
                </a:solidFill>
              </a:defRPr>
            </a:lvl5pPr>
            <a:lvl6pPr marL="2743200" lvl="5" indent="-342900" algn="l">
              <a:lnSpc>
                <a:spcPct val="90000"/>
              </a:lnSpc>
              <a:spcBef>
                <a:spcPts val="11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96EFFF25-385B-B573-04C3-4753EA149DE5}"/>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6" name="Gleichschenkliges Dreieck 5">
            <a:extLst>
              <a:ext uri="{FF2B5EF4-FFF2-40B4-BE49-F238E27FC236}">
                <a16:creationId xmlns:a16="http://schemas.microsoft.com/office/drawing/2014/main" id="{83CF15C8-1379-F561-58A2-DFB58095814D}"/>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Text, Schrift, Screenshot, Visitenkarte enthält.&#10;&#10;KI-generierte Inhalte können fehlerhaft sein.">
            <a:extLst>
              <a:ext uri="{FF2B5EF4-FFF2-40B4-BE49-F238E27FC236}">
                <a16:creationId xmlns:a16="http://schemas.microsoft.com/office/drawing/2014/main" id="{AEB8A20E-582C-E039-6FFC-7380C391284E}"/>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8" name="Google Shape;139;p16">
            <a:extLst>
              <a:ext uri="{FF2B5EF4-FFF2-40B4-BE49-F238E27FC236}">
                <a16:creationId xmlns:a16="http://schemas.microsoft.com/office/drawing/2014/main" id="{3E552C7A-FFE6-586F-5603-9B608A414867}"/>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9" name="Google Shape;140;p16">
            <a:extLst>
              <a:ext uri="{FF2B5EF4-FFF2-40B4-BE49-F238E27FC236}">
                <a16:creationId xmlns:a16="http://schemas.microsoft.com/office/drawing/2014/main" id="{FC3758D3-62C4-4057-E3D4-43C2E1551CB1}"/>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ext zweispaltig">
  <p:cSld name="Text zweispaltig">
    <p:spTree>
      <p:nvGrpSpPr>
        <p:cNvPr id="1" name="Shape 128"/>
        <p:cNvGrpSpPr/>
        <p:nvPr/>
      </p:nvGrpSpPr>
      <p:grpSpPr>
        <a:xfrm>
          <a:off x="0" y="0"/>
          <a:ext cx="0" cy="0"/>
          <a:chOff x="0" y="0"/>
          <a:chExt cx="0" cy="0"/>
        </a:xfrm>
      </p:grpSpPr>
      <p:sp>
        <p:nvSpPr>
          <p:cNvPr id="133" name="Google Shape;133;p15"/>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134" name="Google Shape;134;p15"/>
          <p:cNvSpPr txBox="1">
            <a:spLocks noGrp="1"/>
          </p:cNvSpPr>
          <p:nvPr>
            <p:ph type="title"/>
          </p:nvPr>
        </p:nvSpPr>
        <p:spPr>
          <a:xfrm>
            <a:off x="1019172" y="595109"/>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35" name="Google Shape;135;p15"/>
          <p:cNvSpPr txBox="1">
            <a:spLocks noGrp="1"/>
          </p:cNvSpPr>
          <p:nvPr>
            <p:ph type="body" idx="1"/>
          </p:nvPr>
        </p:nvSpPr>
        <p:spPr>
          <a:xfrm>
            <a:off x="1019175" y="1602995"/>
            <a:ext cx="10514013" cy="3875785"/>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F4340363-2822-D629-90FC-1EE2DE58AE42}"/>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768B47B0-5C45-757E-2168-FC690B2658C1}"/>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D093CCAC-1F8A-7844-9CD6-F93EE61E5891}"/>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9232B03C-5EE7-C1C1-AB07-63C80AECB1EB}"/>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B2E387E9-A790-4A41-8D34-2FF789C21CD7}"/>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ext dreispaltig" userDrawn="1">
  <p:cSld name="Text dreispaltig">
    <p:spTree>
      <p:nvGrpSpPr>
        <p:cNvPr id="1" name="Shape 136"/>
        <p:cNvGrpSpPr/>
        <p:nvPr/>
      </p:nvGrpSpPr>
      <p:grpSpPr>
        <a:xfrm>
          <a:off x="0" y="0"/>
          <a:ext cx="0" cy="0"/>
          <a:chOff x="0" y="0"/>
          <a:chExt cx="0" cy="0"/>
        </a:xfrm>
      </p:grpSpPr>
      <p:sp>
        <p:nvSpPr>
          <p:cNvPr id="141" name="Google Shape;141;p16"/>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A3AAD636-CB52-56E2-93AA-F9B53FE3F2B1}"/>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EA56A580-B1FD-BD2F-7BA8-750C92EA73F5}"/>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F86551C4-E7C2-F45F-3239-3286572BD7D1}"/>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 name="Google Shape;135;p15">
            <a:extLst>
              <a:ext uri="{FF2B5EF4-FFF2-40B4-BE49-F238E27FC236}">
                <a16:creationId xmlns:a16="http://schemas.microsoft.com/office/drawing/2014/main" id="{C252C7A8-9512-D729-3B1C-C6D65FEC7BB8}"/>
              </a:ext>
            </a:extLst>
          </p:cNvPr>
          <p:cNvSpPr txBox="1">
            <a:spLocks noGrp="1"/>
          </p:cNvSpPr>
          <p:nvPr>
            <p:ph type="body" idx="1"/>
          </p:nvPr>
        </p:nvSpPr>
        <p:spPr>
          <a:xfrm>
            <a:off x="1019175" y="1602995"/>
            <a:ext cx="10514013" cy="3875785"/>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2">
                    <a:lumMod val="50000"/>
                  </a:schemeClr>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 name="Google Shape;134;p15">
            <a:extLst>
              <a:ext uri="{FF2B5EF4-FFF2-40B4-BE49-F238E27FC236}">
                <a16:creationId xmlns:a16="http://schemas.microsoft.com/office/drawing/2014/main" id="{8A407166-5C0A-38F2-027B-AF7C9B6D128D}"/>
              </a:ext>
            </a:extLst>
          </p:cNvPr>
          <p:cNvSpPr txBox="1">
            <a:spLocks noGrp="1"/>
          </p:cNvSpPr>
          <p:nvPr>
            <p:ph type="title"/>
          </p:nvPr>
        </p:nvSpPr>
        <p:spPr>
          <a:xfrm>
            <a:off x="1019172" y="595109"/>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opics" userDrawn="1">
  <p:cSld name="Topics">
    <p:spTree>
      <p:nvGrpSpPr>
        <p:cNvPr id="1" name="Shape 144"/>
        <p:cNvGrpSpPr/>
        <p:nvPr/>
      </p:nvGrpSpPr>
      <p:grpSpPr>
        <a:xfrm>
          <a:off x="0" y="0"/>
          <a:ext cx="0" cy="0"/>
          <a:chOff x="0" y="0"/>
          <a:chExt cx="0" cy="0"/>
        </a:xfrm>
      </p:grpSpPr>
      <p:sp>
        <p:nvSpPr>
          <p:cNvPr id="146" name="Google Shape;146;p17"/>
          <p:cNvSpPr txBox="1">
            <a:spLocks noGrp="1"/>
          </p:cNvSpPr>
          <p:nvPr>
            <p:ph type="body" idx="1"/>
          </p:nvPr>
        </p:nvSpPr>
        <p:spPr>
          <a:xfrm>
            <a:off x="474663" y="2024063"/>
            <a:ext cx="3600000" cy="655637"/>
          </a:xfrm>
          <a:prstGeom prst="rect">
            <a:avLst/>
          </a:prstGeom>
          <a:solidFill>
            <a:srgbClr val="007A9E"/>
          </a:solidFill>
          <a:ln>
            <a:noFill/>
          </a:ln>
        </p:spPr>
        <p:txBody>
          <a:bodyPr spcFirstLastPara="1" wrap="square" lIns="0" tIns="0" rIns="0" bIns="0" anchor="ctr" anchorCtr="0">
            <a:noAutofit/>
          </a:bodyPr>
          <a:lstStyle>
            <a:lvl1pPr marL="457200" lvl="0" indent="-228600" algn="ctr">
              <a:lnSpc>
                <a:spcPct val="140000"/>
              </a:lnSpc>
              <a:spcBef>
                <a:spcPts val="0"/>
              </a:spcBef>
              <a:spcAft>
                <a:spcPts val="0"/>
              </a:spcAft>
              <a:buClr>
                <a:schemeClr val="lt2"/>
              </a:buClr>
              <a:buSzPts val="2000"/>
              <a:buFont typeface="Verdana"/>
              <a:buNone/>
              <a:defRPr sz="2000">
                <a:solidFill>
                  <a:schemeClr val="lt2"/>
                </a:solidFill>
              </a:defRPr>
            </a:lvl1pPr>
            <a:lvl2pPr marL="914400" lvl="1" indent="-228600" algn="ctr">
              <a:lnSpc>
                <a:spcPct val="140000"/>
              </a:lnSpc>
              <a:spcBef>
                <a:spcPts val="0"/>
              </a:spcBef>
              <a:spcAft>
                <a:spcPts val="0"/>
              </a:spcAft>
              <a:buClr>
                <a:schemeClr val="lt2"/>
              </a:buClr>
              <a:buSzPts val="2800"/>
              <a:buFont typeface="Verdana"/>
              <a:buNone/>
              <a:defRPr sz="2000">
                <a:solidFill>
                  <a:schemeClr val="lt2"/>
                </a:solidFill>
              </a:defRPr>
            </a:lvl2pPr>
            <a:lvl3pPr marL="1371600" lvl="2" indent="-228600" algn="ctr">
              <a:lnSpc>
                <a:spcPct val="140000"/>
              </a:lnSpc>
              <a:spcBef>
                <a:spcPts val="0"/>
              </a:spcBef>
              <a:spcAft>
                <a:spcPts val="0"/>
              </a:spcAft>
              <a:buSzPts val="2000"/>
              <a:buFont typeface="Verdana"/>
              <a:buNone/>
              <a:defRPr sz="2000">
                <a:solidFill>
                  <a:schemeClr val="lt2"/>
                </a:solidFill>
              </a:defRPr>
            </a:lvl3pPr>
            <a:lvl4pPr marL="1828800" lvl="3" indent="-228600" algn="ctr">
              <a:lnSpc>
                <a:spcPct val="140000"/>
              </a:lnSpc>
              <a:spcBef>
                <a:spcPts val="0"/>
              </a:spcBef>
              <a:spcAft>
                <a:spcPts val="0"/>
              </a:spcAft>
              <a:buClr>
                <a:schemeClr val="lt2"/>
              </a:buClr>
              <a:buSzPts val="2000"/>
              <a:buFont typeface="Verdana"/>
              <a:buNone/>
              <a:defRPr sz="2000">
                <a:solidFill>
                  <a:schemeClr val="lt2"/>
                </a:solidFill>
              </a:defRPr>
            </a:lvl4pPr>
            <a:lvl5pPr marL="2286000" lvl="4" indent="-228600" algn="ctr">
              <a:lnSpc>
                <a:spcPct val="140000"/>
              </a:lnSpc>
              <a:spcBef>
                <a:spcPts val="0"/>
              </a:spcBef>
              <a:spcAft>
                <a:spcPts val="0"/>
              </a:spcAft>
              <a:buClr>
                <a:schemeClr val="lt2"/>
              </a:buClr>
              <a:buSzPts val="2600"/>
              <a:buFont typeface="Verdana"/>
              <a:buNone/>
              <a:defRPr sz="2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17"/>
          <p:cNvSpPr txBox="1">
            <a:spLocks noGrp="1"/>
          </p:cNvSpPr>
          <p:nvPr>
            <p:ph type="body" idx="2"/>
          </p:nvPr>
        </p:nvSpPr>
        <p:spPr>
          <a:xfrm>
            <a:off x="4293394" y="2024063"/>
            <a:ext cx="3600000" cy="655637"/>
          </a:xfrm>
          <a:prstGeom prst="rect">
            <a:avLst/>
          </a:prstGeom>
          <a:solidFill>
            <a:schemeClr val="bg2">
              <a:lumMod val="75000"/>
            </a:schemeClr>
          </a:solidFill>
          <a:ln>
            <a:noFill/>
          </a:ln>
        </p:spPr>
        <p:txBody>
          <a:bodyPr spcFirstLastPara="1" wrap="square" lIns="0" tIns="0" rIns="0" bIns="0" anchor="ctr" anchorCtr="0">
            <a:noAutofit/>
          </a:bodyPr>
          <a:lstStyle>
            <a:lvl1pPr marL="457200" lvl="0" indent="-228600" algn="ctr">
              <a:lnSpc>
                <a:spcPct val="140000"/>
              </a:lnSpc>
              <a:spcBef>
                <a:spcPts val="0"/>
              </a:spcBef>
              <a:spcAft>
                <a:spcPts val="0"/>
              </a:spcAft>
              <a:buClr>
                <a:schemeClr val="lt2"/>
              </a:buClr>
              <a:buSzPts val="2000"/>
              <a:buFont typeface="Verdana"/>
              <a:buNone/>
              <a:defRPr sz="2000">
                <a:solidFill>
                  <a:schemeClr val="lt2"/>
                </a:solidFill>
              </a:defRPr>
            </a:lvl1pPr>
            <a:lvl2pPr marL="914400" lvl="1" indent="-228600" algn="ctr">
              <a:lnSpc>
                <a:spcPct val="140000"/>
              </a:lnSpc>
              <a:spcBef>
                <a:spcPts val="0"/>
              </a:spcBef>
              <a:spcAft>
                <a:spcPts val="0"/>
              </a:spcAft>
              <a:buClr>
                <a:schemeClr val="lt2"/>
              </a:buClr>
              <a:buSzPts val="2800"/>
              <a:buFont typeface="Verdana"/>
              <a:buNone/>
              <a:defRPr sz="2000">
                <a:solidFill>
                  <a:schemeClr val="lt2"/>
                </a:solidFill>
              </a:defRPr>
            </a:lvl2pPr>
            <a:lvl3pPr marL="1371600" lvl="2" indent="-228600" algn="ctr">
              <a:lnSpc>
                <a:spcPct val="140000"/>
              </a:lnSpc>
              <a:spcBef>
                <a:spcPts val="0"/>
              </a:spcBef>
              <a:spcAft>
                <a:spcPts val="0"/>
              </a:spcAft>
              <a:buSzPts val="2000"/>
              <a:buFont typeface="Verdana"/>
              <a:buNone/>
              <a:defRPr sz="2000">
                <a:solidFill>
                  <a:schemeClr val="lt2"/>
                </a:solidFill>
              </a:defRPr>
            </a:lvl3pPr>
            <a:lvl4pPr marL="1828800" lvl="3" indent="-228600" algn="ctr">
              <a:lnSpc>
                <a:spcPct val="140000"/>
              </a:lnSpc>
              <a:spcBef>
                <a:spcPts val="0"/>
              </a:spcBef>
              <a:spcAft>
                <a:spcPts val="0"/>
              </a:spcAft>
              <a:buClr>
                <a:schemeClr val="lt2"/>
              </a:buClr>
              <a:buSzPts val="2000"/>
              <a:buFont typeface="Verdana"/>
              <a:buNone/>
              <a:defRPr sz="2000">
                <a:solidFill>
                  <a:schemeClr val="lt2"/>
                </a:solidFill>
              </a:defRPr>
            </a:lvl4pPr>
            <a:lvl5pPr marL="2286000" lvl="4" indent="-228600" algn="ctr">
              <a:lnSpc>
                <a:spcPct val="140000"/>
              </a:lnSpc>
              <a:spcBef>
                <a:spcPts val="0"/>
              </a:spcBef>
              <a:spcAft>
                <a:spcPts val="0"/>
              </a:spcAft>
              <a:buClr>
                <a:schemeClr val="lt2"/>
              </a:buClr>
              <a:buSzPts val="2600"/>
              <a:buFont typeface="Verdana"/>
              <a:buNone/>
              <a:defRPr sz="2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17"/>
          <p:cNvSpPr txBox="1">
            <a:spLocks noGrp="1"/>
          </p:cNvSpPr>
          <p:nvPr>
            <p:ph type="body" idx="3"/>
          </p:nvPr>
        </p:nvSpPr>
        <p:spPr>
          <a:xfrm>
            <a:off x="8112125" y="2024063"/>
            <a:ext cx="3600000" cy="655637"/>
          </a:xfrm>
          <a:prstGeom prst="rect">
            <a:avLst/>
          </a:prstGeom>
          <a:solidFill>
            <a:srgbClr val="18E797"/>
          </a:solidFill>
          <a:ln>
            <a:noFill/>
          </a:ln>
        </p:spPr>
        <p:txBody>
          <a:bodyPr spcFirstLastPara="1" wrap="square" lIns="0" tIns="0" rIns="0" bIns="0" anchor="ctr" anchorCtr="0">
            <a:noAutofit/>
          </a:bodyPr>
          <a:lstStyle>
            <a:lvl1pPr marL="457200" lvl="0" indent="-228600" algn="ctr">
              <a:lnSpc>
                <a:spcPct val="140000"/>
              </a:lnSpc>
              <a:spcBef>
                <a:spcPts val="0"/>
              </a:spcBef>
              <a:spcAft>
                <a:spcPts val="0"/>
              </a:spcAft>
              <a:buClr>
                <a:schemeClr val="lt2"/>
              </a:buClr>
              <a:buSzPts val="2000"/>
              <a:buFont typeface="Verdana"/>
              <a:buNone/>
              <a:defRPr sz="2000">
                <a:solidFill>
                  <a:schemeClr val="lt2"/>
                </a:solidFill>
              </a:defRPr>
            </a:lvl1pPr>
            <a:lvl2pPr marL="914400" lvl="1" indent="-228600" algn="ctr">
              <a:lnSpc>
                <a:spcPct val="140000"/>
              </a:lnSpc>
              <a:spcBef>
                <a:spcPts val="0"/>
              </a:spcBef>
              <a:spcAft>
                <a:spcPts val="0"/>
              </a:spcAft>
              <a:buClr>
                <a:schemeClr val="lt2"/>
              </a:buClr>
              <a:buSzPts val="2800"/>
              <a:buFont typeface="Verdana"/>
              <a:buNone/>
              <a:defRPr sz="2000">
                <a:solidFill>
                  <a:schemeClr val="lt2"/>
                </a:solidFill>
              </a:defRPr>
            </a:lvl2pPr>
            <a:lvl3pPr marL="1371600" lvl="2" indent="-228600" algn="ctr">
              <a:lnSpc>
                <a:spcPct val="140000"/>
              </a:lnSpc>
              <a:spcBef>
                <a:spcPts val="0"/>
              </a:spcBef>
              <a:spcAft>
                <a:spcPts val="0"/>
              </a:spcAft>
              <a:buSzPts val="2000"/>
              <a:buFont typeface="Verdana"/>
              <a:buNone/>
              <a:defRPr sz="2000">
                <a:solidFill>
                  <a:schemeClr val="lt2"/>
                </a:solidFill>
              </a:defRPr>
            </a:lvl3pPr>
            <a:lvl4pPr marL="1828800" lvl="3" indent="-228600" algn="ctr">
              <a:lnSpc>
                <a:spcPct val="140000"/>
              </a:lnSpc>
              <a:spcBef>
                <a:spcPts val="0"/>
              </a:spcBef>
              <a:spcAft>
                <a:spcPts val="0"/>
              </a:spcAft>
              <a:buClr>
                <a:schemeClr val="lt2"/>
              </a:buClr>
              <a:buSzPts val="2000"/>
              <a:buFont typeface="Verdana"/>
              <a:buNone/>
              <a:defRPr sz="2000">
                <a:solidFill>
                  <a:schemeClr val="lt2"/>
                </a:solidFill>
              </a:defRPr>
            </a:lvl4pPr>
            <a:lvl5pPr marL="2286000" lvl="4" indent="-228600" algn="ctr">
              <a:lnSpc>
                <a:spcPct val="140000"/>
              </a:lnSpc>
              <a:spcBef>
                <a:spcPts val="0"/>
              </a:spcBef>
              <a:spcAft>
                <a:spcPts val="0"/>
              </a:spcAft>
              <a:buClr>
                <a:schemeClr val="lt2"/>
              </a:buClr>
              <a:buSzPts val="2600"/>
              <a:buFont typeface="Verdana"/>
              <a:buNone/>
              <a:defRPr sz="2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17"/>
          <p:cNvSpPr txBox="1">
            <a:spLocks noGrp="1"/>
          </p:cNvSpPr>
          <p:nvPr>
            <p:ph type="body" idx="4"/>
          </p:nvPr>
        </p:nvSpPr>
        <p:spPr>
          <a:xfrm>
            <a:off x="474213" y="2679700"/>
            <a:ext cx="3600450" cy="3694113"/>
          </a:xfrm>
          <a:prstGeom prst="rect">
            <a:avLst/>
          </a:prstGeom>
          <a:solidFill>
            <a:schemeClr val="bg1"/>
          </a:solidFill>
          <a:ln>
            <a:noFill/>
          </a:ln>
        </p:spPr>
        <p:txBody>
          <a:bodyPr spcFirstLastPara="1" wrap="square" lIns="180000" tIns="144000" rIns="180000" bIns="14400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17"/>
          <p:cNvSpPr txBox="1">
            <a:spLocks noGrp="1"/>
          </p:cNvSpPr>
          <p:nvPr>
            <p:ph type="body" idx="5"/>
          </p:nvPr>
        </p:nvSpPr>
        <p:spPr>
          <a:xfrm>
            <a:off x="4292944" y="2679700"/>
            <a:ext cx="3600450" cy="3694113"/>
          </a:xfrm>
          <a:prstGeom prst="rect">
            <a:avLst/>
          </a:prstGeom>
          <a:solidFill>
            <a:schemeClr val="bg1"/>
          </a:solidFill>
          <a:ln>
            <a:noFill/>
          </a:ln>
        </p:spPr>
        <p:txBody>
          <a:bodyPr spcFirstLastPara="1" wrap="square" lIns="180000" tIns="144000" rIns="180000" bIns="14400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17"/>
          <p:cNvSpPr txBox="1">
            <a:spLocks noGrp="1"/>
          </p:cNvSpPr>
          <p:nvPr>
            <p:ph type="body" idx="6"/>
          </p:nvPr>
        </p:nvSpPr>
        <p:spPr>
          <a:xfrm>
            <a:off x="8111675" y="2679700"/>
            <a:ext cx="3600450" cy="3694113"/>
          </a:xfrm>
          <a:prstGeom prst="rect">
            <a:avLst/>
          </a:prstGeom>
          <a:solidFill>
            <a:schemeClr val="bg1"/>
          </a:solidFill>
          <a:ln>
            <a:noFill/>
          </a:ln>
        </p:spPr>
        <p:txBody>
          <a:bodyPr spcFirstLastPara="1" wrap="square" lIns="180000" tIns="144000" rIns="180000" bIns="14400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17"/>
          <p:cNvSpPr txBox="1">
            <a:spLocks noGrp="1"/>
          </p:cNvSpPr>
          <p:nvPr>
            <p:ph type="dt" idx="10"/>
          </p:nvPr>
        </p:nvSpPr>
        <p:spPr>
          <a:xfrm>
            <a:off x="818403" y="643425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17"/>
          <p:cNvSpPr txBox="1">
            <a:spLocks noGrp="1"/>
          </p:cNvSpPr>
          <p:nvPr>
            <p:ph type="ftr" idx="11"/>
          </p:nvPr>
        </p:nvSpPr>
        <p:spPr>
          <a:xfrm>
            <a:off x="1972067" y="643425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17"/>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53A8B5D5-BB9A-EA75-2F92-CD7AEF1C326D}"/>
              </a:ext>
            </a:extLst>
          </p:cNvPr>
          <p:cNvPicPr>
            <a:picLocks noChangeAspect="1"/>
          </p:cNvPicPr>
          <p:nvPr userDrawn="1"/>
        </p:nvPicPr>
        <p:blipFill>
          <a:blip r:embed="rId2"/>
          <a:stretch>
            <a:fillRect/>
          </a:stretch>
        </p:blipFill>
        <p:spPr>
          <a:xfrm>
            <a:off x="10226606" y="260100"/>
            <a:ext cx="1705178" cy="603083"/>
          </a:xfrm>
          <a:prstGeom prst="rect">
            <a:avLst/>
          </a:prstGeom>
        </p:spPr>
      </p:pic>
      <p:pic>
        <p:nvPicPr>
          <p:cNvPr id="3" name="Grafik 2" descr="Ein Bild, das Text, Schrift, Screenshot, Visitenkarte enthält.&#10;&#10;KI-generierte Inhalte können fehlerhaft sein.">
            <a:extLst>
              <a:ext uri="{FF2B5EF4-FFF2-40B4-BE49-F238E27FC236}">
                <a16:creationId xmlns:a16="http://schemas.microsoft.com/office/drawing/2014/main" id="{5948DC93-E1FE-631C-E582-7C35D931F24D}"/>
              </a:ext>
            </a:extLst>
          </p:cNvPr>
          <p:cNvPicPr>
            <a:picLocks noChangeAspect="1"/>
          </p:cNvPicPr>
          <p:nvPr userDrawn="1"/>
        </p:nvPicPr>
        <p:blipFill>
          <a:blip r:embed="rId3"/>
          <a:stretch>
            <a:fillRect/>
          </a:stretch>
        </p:blipFill>
        <p:spPr>
          <a:xfrm>
            <a:off x="10472529" y="1006451"/>
            <a:ext cx="1459255" cy="973980"/>
          </a:xfrm>
          <a:prstGeom prst="rect">
            <a:avLst/>
          </a:prstGeom>
        </p:spPr>
      </p:pic>
      <p:sp>
        <p:nvSpPr>
          <p:cNvPr id="4" name="Google Shape;134;p15">
            <a:extLst>
              <a:ext uri="{FF2B5EF4-FFF2-40B4-BE49-F238E27FC236}">
                <a16:creationId xmlns:a16="http://schemas.microsoft.com/office/drawing/2014/main" id="{FEEB5722-502E-A839-6FED-2CFF08C3E802}"/>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opics mit Bildern" userDrawn="1">
  <p:cSld name="Topics mit Bildern">
    <p:spTree>
      <p:nvGrpSpPr>
        <p:cNvPr id="1" name="Shape 156"/>
        <p:cNvGrpSpPr/>
        <p:nvPr/>
      </p:nvGrpSpPr>
      <p:grpSpPr>
        <a:xfrm>
          <a:off x="0" y="0"/>
          <a:ext cx="0" cy="0"/>
          <a:chOff x="0" y="0"/>
          <a:chExt cx="0" cy="0"/>
        </a:xfrm>
      </p:grpSpPr>
      <p:sp>
        <p:nvSpPr>
          <p:cNvPr id="157" name="Google Shape;157;p18"/>
          <p:cNvSpPr txBox="1">
            <a:spLocks noGrp="1"/>
          </p:cNvSpPr>
          <p:nvPr>
            <p:ph type="body" idx="1"/>
          </p:nvPr>
        </p:nvSpPr>
        <p:spPr>
          <a:xfrm>
            <a:off x="476704" y="3752850"/>
            <a:ext cx="3600000" cy="2620963"/>
          </a:xfrm>
          <a:prstGeom prst="rect">
            <a:avLst/>
          </a:prstGeom>
          <a:noFill/>
          <a:ln>
            <a:noFill/>
          </a:ln>
        </p:spPr>
        <p:txBody>
          <a:bodyPr spcFirstLastPara="1" wrap="square" lIns="0" tIns="21600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solidFill>
                  <a:schemeClr val="bg2">
                    <a:lumMod val="50000"/>
                  </a:schemeClr>
                </a:solidFill>
              </a:defRPr>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18"/>
          <p:cNvSpPr>
            <a:spLocks noGrp="1"/>
          </p:cNvSpPr>
          <p:nvPr>
            <p:ph type="pic" idx="2"/>
          </p:nvPr>
        </p:nvSpPr>
        <p:spPr>
          <a:xfrm>
            <a:off x="8112125" y="2024063"/>
            <a:ext cx="3600000" cy="1728787"/>
          </a:xfrm>
          <a:prstGeom prst="rect">
            <a:avLst/>
          </a:prstGeom>
          <a:solidFill>
            <a:srgbClr val="007A9E"/>
          </a:solidFill>
          <a:ln>
            <a:noFill/>
          </a:ln>
        </p:spPr>
      </p:sp>
      <p:sp>
        <p:nvSpPr>
          <p:cNvPr id="159" name="Google Shape;159;p18"/>
          <p:cNvSpPr>
            <a:spLocks noGrp="1"/>
          </p:cNvSpPr>
          <p:nvPr>
            <p:ph type="pic" idx="3"/>
          </p:nvPr>
        </p:nvSpPr>
        <p:spPr>
          <a:xfrm>
            <a:off x="4293394" y="2024063"/>
            <a:ext cx="3600000" cy="1728787"/>
          </a:xfrm>
          <a:prstGeom prst="rect">
            <a:avLst/>
          </a:prstGeom>
          <a:solidFill>
            <a:srgbClr val="007A9E"/>
          </a:solidFill>
          <a:ln>
            <a:noFill/>
          </a:ln>
        </p:spPr>
      </p:sp>
      <p:sp>
        <p:nvSpPr>
          <p:cNvPr id="160" name="Google Shape;160;p18"/>
          <p:cNvSpPr>
            <a:spLocks noGrp="1"/>
          </p:cNvSpPr>
          <p:nvPr>
            <p:ph type="pic" idx="4"/>
          </p:nvPr>
        </p:nvSpPr>
        <p:spPr>
          <a:xfrm>
            <a:off x="476704" y="2024063"/>
            <a:ext cx="3600000" cy="1728787"/>
          </a:xfrm>
          <a:prstGeom prst="rect">
            <a:avLst/>
          </a:prstGeom>
          <a:solidFill>
            <a:srgbClr val="007A9E"/>
          </a:solidFill>
          <a:ln>
            <a:noFill/>
          </a:ln>
        </p:spPr>
      </p:sp>
      <p:sp>
        <p:nvSpPr>
          <p:cNvPr id="161" name="Google Shape;161;p18"/>
          <p:cNvSpPr txBox="1">
            <a:spLocks noGrp="1"/>
          </p:cNvSpPr>
          <p:nvPr>
            <p:ph type="dt" idx="10"/>
          </p:nvPr>
        </p:nvSpPr>
        <p:spPr>
          <a:xfrm>
            <a:off x="818403" y="643425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8"/>
          <p:cNvSpPr txBox="1">
            <a:spLocks noGrp="1"/>
          </p:cNvSpPr>
          <p:nvPr>
            <p:ph type="ftr" idx="11"/>
          </p:nvPr>
        </p:nvSpPr>
        <p:spPr>
          <a:xfrm>
            <a:off x="1972067" y="643425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18"/>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166" name="Google Shape;166;p18"/>
          <p:cNvSpPr txBox="1">
            <a:spLocks noGrp="1"/>
          </p:cNvSpPr>
          <p:nvPr>
            <p:ph type="body" idx="5"/>
          </p:nvPr>
        </p:nvSpPr>
        <p:spPr>
          <a:xfrm>
            <a:off x="4293394" y="3752850"/>
            <a:ext cx="3600000" cy="2620963"/>
          </a:xfrm>
          <a:prstGeom prst="rect">
            <a:avLst/>
          </a:prstGeom>
          <a:noFill/>
          <a:ln>
            <a:noFill/>
          </a:ln>
        </p:spPr>
        <p:txBody>
          <a:bodyPr spcFirstLastPara="1" wrap="square" lIns="0" tIns="21600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solidFill>
                  <a:schemeClr val="bg2">
                    <a:lumMod val="50000"/>
                  </a:schemeClr>
                </a:solidFill>
              </a:defRPr>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7" name="Google Shape;167;p18"/>
          <p:cNvSpPr txBox="1">
            <a:spLocks noGrp="1"/>
          </p:cNvSpPr>
          <p:nvPr>
            <p:ph type="body" idx="6"/>
          </p:nvPr>
        </p:nvSpPr>
        <p:spPr>
          <a:xfrm>
            <a:off x="8112125" y="3752850"/>
            <a:ext cx="3600000" cy="2620963"/>
          </a:xfrm>
          <a:prstGeom prst="rect">
            <a:avLst/>
          </a:prstGeom>
          <a:noFill/>
          <a:ln>
            <a:noFill/>
          </a:ln>
        </p:spPr>
        <p:txBody>
          <a:bodyPr spcFirstLastPara="1" wrap="square" lIns="0" tIns="21600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solidFill>
                  <a:schemeClr val="bg2">
                    <a:lumMod val="50000"/>
                  </a:schemeClr>
                </a:solidFill>
              </a:defRPr>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1A161B3C-4DEA-8CC2-40A4-5A0CA16951D1}"/>
              </a:ext>
            </a:extLst>
          </p:cNvPr>
          <p:cNvPicPr>
            <a:picLocks noChangeAspect="1"/>
          </p:cNvPicPr>
          <p:nvPr userDrawn="1"/>
        </p:nvPicPr>
        <p:blipFill>
          <a:blip r:embed="rId2"/>
          <a:stretch>
            <a:fillRect/>
          </a:stretch>
        </p:blipFill>
        <p:spPr>
          <a:xfrm>
            <a:off x="10226606" y="260100"/>
            <a:ext cx="1705178" cy="603083"/>
          </a:xfrm>
          <a:prstGeom prst="rect">
            <a:avLst/>
          </a:prstGeom>
        </p:spPr>
      </p:pic>
      <p:pic>
        <p:nvPicPr>
          <p:cNvPr id="4" name="Grafik 3" descr="Ein Bild, das Text, Schrift, Screenshot, Visitenkarte enthält.&#10;&#10;KI-generierte Inhalte können fehlerhaft sein.">
            <a:extLst>
              <a:ext uri="{FF2B5EF4-FFF2-40B4-BE49-F238E27FC236}">
                <a16:creationId xmlns:a16="http://schemas.microsoft.com/office/drawing/2014/main" id="{65559268-D605-04E4-68C9-06F1C92DA7D3}"/>
              </a:ext>
            </a:extLst>
          </p:cNvPr>
          <p:cNvPicPr>
            <a:picLocks noChangeAspect="1"/>
          </p:cNvPicPr>
          <p:nvPr userDrawn="1"/>
        </p:nvPicPr>
        <p:blipFill>
          <a:blip r:embed="rId3"/>
          <a:stretch>
            <a:fillRect/>
          </a:stretch>
        </p:blipFill>
        <p:spPr>
          <a:xfrm>
            <a:off x="10472529" y="1006451"/>
            <a:ext cx="1459255" cy="973980"/>
          </a:xfrm>
          <a:prstGeom prst="rect">
            <a:avLst/>
          </a:prstGeom>
        </p:spPr>
      </p:pic>
      <p:sp>
        <p:nvSpPr>
          <p:cNvPr id="5" name="Google Shape;134;p15">
            <a:extLst>
              <a:ext uri="{FF2B5EF4-FFF2-40B4-BE49-F238E27FC236}">
                <a16:creationId xmlns:a16="http://schemas.microsoft.com/office/drawing/2014/main" id="{0DE01C98-EDAF-C75C-A07C-6D54FA668D8E}"/>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opics ohne Bildern" userDrawn="1">
  <p:cSld name="Topics ohne Bildern">
    <p:spTree>
      <p:nvGrpSpPr>
        <p:cNvPr id="1" name="Shape 168"/>
        <p:cNvGrpSpPr/>
        <p:nvPr/>
      </p:nvGrpSpPr>
      <p:grpSpPr>
        <a:xfrm>
          <a:off x="0" y="0"/>
          <a:ext cx="0" cy="0"/>
          <a:chOff x="0" y="0"/>
          <a:chExt cx="0" cy="0"/>
        </a:xfrm>
      </p:grpSpPr>
      <p:sp>
        <p:nvSpPr>
          <p:cNvPr id="171" name="Google Shape;171;p19"/>
          <p:cNvSpPr txBox="1">
            <a:spLocks noGrp="1"/>
          </p:cNvSpPr>
          <p:nvPr>
            <p:ph type="body" idx="1"/>
          </p:nvPr>
        </p:nvSpPr>
        <p:spPr>
          <a:xfrm>
            <a:off x="659724" y="2049779"/>
            <a:ext cx="3420000" cy="3979210"/>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solidFill>
                  <a:schemeClr val="bg2">
                    <a:lumMod val="50000"/>
                  </a:schemeClr>
                </a:solidFill>
              </a:defRPr>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72" name="Google Shape;172;p19"/>
          <p:cNvSpPr txBox="1">
            <a:spLocks noGrp="1"/>
          </p:cNvSpPr>
          <p:nvPr>
            <p:ph type="body" idx="2"/>
          </p:nvPr>
        </p:nvSpPr>
        <p:spPr>
          <a:xfrm>
            <a:off x="4470969" y="2049779"/>
            <a:ext cx="3420000" cy="3979209"/>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solidFill>
                  <a:schemeClr val="bg2">
                    <a:lumMod val="50000"/>
                  </a:schemeClr>
                </a:solidFill>
              </a:defRPr>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73" name="Google Shape;173;p19"/>
          <p:cNvSpPr txBox="1">
            <a:spLocks noGrp="1"/>
          </p:cNvSpPr>
          <p:nvPr>
            <p:ph type="body" idx="3"/>
          </p:nvPr>
        </p:nvSpPr>
        <p:spPr>
          <a:xfrm>
            <a:off x="8282214" y="2049779"/>
            <a:ext cx="3420000" cy="3979209"/>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solidFill>
                  <a:schemeClr val="bg2">
                    <a:lumMod val="50000"/>
                  </a:schemeClr>
                </a:solidFill>
              </a:defRPr>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cxnSp>
        <p:nvCxnSpPr>
          <p:cNvPr id="174" name="Google Shape;174;p19"/>
          <p:cNvCxnSpPr/>
          <p:nvPr/>
        </p:nvCxnSpPr>
        <p:spPr>
          <a:xfrm>
            <a:off x="482148" y="1963972"/>
            <a:ext cx="0" cy="4065016"/>
          </a:xfrm>
          <a:prstGeom prst="straightConnector1">
            <a:avLst/>
          </a:prstGeom>
          <a:noFill/>
          <a:ln w="9525" cap="flat" cmpd="sng">
            <a:solidFill>
              <a:schemeClr val="dk1"/>
            </a:solidFill>
            <a:prstDash val="solid"/>
            <a:miter lim="800000"/>
            <a:headEnd type="none" w="sm" len="sm"/>
            <a:tailEnd type="none" w="sm" len="sm"/>
          </a:ln>
        </p:spPr>
      </p:cxnSp>
      <p:cxnSp>
        <p:nvCxnSpPr>
          <p:cNvPr id="175" name="Google Shape;175;p19"/>
          <p:cNvCxnSpPr/>
          <p:nvPr/>
        </p:nvCxnSpPr>
        <p:spPr>
          <a:xfrm>
            <a:off x="4293394" y="1963972"/>
            <a:ext cx="0" cy="4065016"/>
          </a:xfrm>
          <a:prstGeom prst="straightConnector1">
            <a:avLst/>
          </a:prstGeom>
          <a:noFill/>
          <a:ln w="9525" cap="flat" cmpd="sng">
            <a:solidFill>
              <a:schemeClr val="dk1"/>
            </a:solidFill>
            <a:prstDash val="solid"/>
            <a:miter lim="800000"/>
            <a:headEnd type="none" w="sm" len="sm"/>
            <a:tailEnd type="none" w="sm" len="sm"/>
          </a:ln>
        </p:spPr>
      </p:cxnSp>
      <p:cxnSp>
        <p:nvCxnSpPr>
          <p:cNvPr id="176" name="Google Shape;176;p19"/>
          <p:cNvCxnSpPr/>
          <p:nvPr/>
        </p:nvCxnSpPr>
        <p:spPr>
          <a:xfrm>
            <a:off x="8112125" y="1963972"/>
            <a:ext cx="0" cy="4065016"/>
          </a:xfrm>
          <a:prstGeom prst="straightConnector1">
            <a:avLst/>
          </a:prstGeom>
          <a:noFill/>
          <a:ln w="9525" cap="flat" cmpd="sng">
            <a:solidFill>
              <a:schemeClr val="dk1"/>
            </a:solidFill>
            <a:prstDash val="solid"/>
            <a:miter lim="800000"/>
            <a:headEnd type="none" w="sm" len="sm"/>
            <a:tailEnd type="none" w="sm" len="sm"/>
          </a:ln>
        </p:spPr>
      </p:cxnSp>
      <p:sp>
        <p:nvSpPr>
          <p:cNvPr id="177" name="Google Shape;177;p19"/>
          <p:cNvSpPr txBox="1">
            <a:spLocks noGrp="1"/>
          </p:cNvSpPr>
          <p:nvPr>
            <p:ph type="dt" idx="10"/>
          </p:nvPr>
        </p:nvSpPr>
        <p:spPr>
          <a:xfrm>
            <a:off x="818403" y="643425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19"/>
          <p:cNvSpPr txBox="1">
            <a:spLocks noGrp="1"/>
          </p:cNvSpPr>
          <p:nvPr>
            <p:ph type="ftr" idx="11"/>
          </p:nvPr>
        </p:nvSpPr>
        <p:spPr>
          <a:xfrm>
            <a:off x="1972067" y="643425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19"/>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440CD5CE-2559-B4BA-9CC9-5D0C2ACD860C}"/>
              </a:ext>
            </a:extLst>
          </p:cNvPr>
          <p:cNvPicPr>
            <a:picLocks noChangeAspect="1"/>
          </p:cNvPicPr>
          <p:nvPr userDrawn="1"/>
        </p:nvPicPr>
        <p:blipFill>
          <a:blip r:embed="rId2"/>
          <a:stretch>
            <a:fillRect/>
          </a:stretch>
        </p:blipFill>
        <p:spPr>
          <a:xfrm>
            <a:off x="10226606" y="260100"/>
            <a:ext cx="1705178" cy="603083"/>
          </a:xfrm>
          <a:prstGeom prst="rect">
            <a:avLst/>
          </a:prstGeom>
        </p:spPr>
      </p:pic>
      <p:pic>
        <p:nvPicPr>
          <p:cNvPr id="4" name="Grafik 3" descr="Ein Bild, das Text, Schrift, Screenshot, Visitenkarte enthält.&#10;&#10;KI-generierte Inhalte können fehlerhaft sein.">
            <a:extLst>
              <a:ext uri="{FF2B5EF4-FFF2-40B4-BE49-F238E27FC236}">
                <a16:creationId xmlns:a16="http://schemas.microsoft.com/office/drawing/2014/main" id="{07E29C0B-DCD5-7541-0976-477AB55E9F8F}"/>
              </a:ext>
            </a:extLst>
          </p:cNvPr>
          <p:cNvPicPr>
            <a:picLocks noChangeAspect="1"/>
          </p:cNvPicPr>
          <p:nvPr userDrawn="1"/>
        </p:nvPicPr>
        <p:blipFill>
          <a:blip r:embed="rId3"/>
          <a:stretch>
            <a:fillRect/>
          </a:stretch>
        </p:blipFill>
        <p:spPr>
          <a:xfrm>
            <a:off x="10472529" y="1006451"/>
            <a:ext cx="1459255" cy="973980"/>
          </a:xfrm>
          <a:prstGeom prst="rect">
            <a:avLst/>
          </a:prstGeom>
        </p:spPr>
      </p:pic>
      <p:sp>
        <p:nvSpPr>
          <p:cNvPr id="3" name="Google Shape;134;p15">
            <a:extLst>
              <a:ext uri="{FF2B5EF4-FFF2-40B4-BE49-F238E27FC236}">
                <a16:creationId xmlns:a16="http://schemas.microsoft.com/office/drawing/2014/main" id="{22E8A514-8E80-9DEB-F599-FD0E4844B4D6}"/>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Farbiger Hintergrund" userDrawn="1">
  <p:cSld name="Farbiger Hintergrund">
    <p:bg>
      <p:bgPr>
        <a:solidFill>
          <a:schemeClr val="lt1"/>
        </a:solidFill>
        <a:effectLst/>
      </p:bgPr>
    </p:bg>
    <p:spTree>
      <p:nvGrpSpPr>
        <p:cNvPr id="1" name="Shape 180"/>
        <p:cNvGrpSpPr/>
        <p:nvPr/>
      </p:nvGrpSpPr>
      <p:grpSpPr>
        <a:xfrm>
          <a:off x="0" y="0"/>
          <a:ext cx="0" cy="0"/>
          <a:chOff x="0" y="0"/>
          <a:chExt cx="0" cy="0"/>
        </a:xfrm>
      </p:grpSpPr>
      <p:sp>
        <p:nvSpPr>
          <p:cNvPr id="183" name="Google Shape;183;p20"/>
          <p:cNvSpPr>
            <a:spLocks noGrp="1"/>
          </p:cNvSpPr>
          <p:nvPr>
            <p:ph type="pic" idx="2"/>
          </p:nvPr>
        </p:nvSpPr>
        <p:spPr>
          <a:xfrm>
            <a:off x="442913" y="1598686"/>
            <a:ext cx="11269662" cy="4746552"/>
          </a:xfrm>
          <a:prstGeom prst="rect">
            <a:avLst/>
          </a:prstGeom>
          <a:solidFill>
            <a:schemeClr val="bg1"/>
          </a:solidFill>
          <a:ln>
            <a:noFill/>
          </a:ln>
        </p:spPr>
      </p:sp>
      <p:sp>
        <p:nvSpPr>
          <p:cNvPr id="184" name="Google Shape;184;p20"/>
          <p:cNvSpPr txBox="1">
            <a:spLocks noGrp="1"/>
          </p:cNvSpPr>
          <p:nvPr>
            <p:ph type="body" idx="1"/>
          </p:nvPr>
        </p:nvSpPr>
        <p:spPr>
          <a:xfrm>
            <a:off x="7908925" y="1781246"/>
            <a:ext cx="4283075" cy="4003675"/>
          </a:xfrm>
          <a:prstGeom prst="rect">
            <a:avLst/>
          </a:prstGeom>
          <a:solidFill>
            <a:schemeClr val="dk2"/>
          </a:solidFill>
          <a:ln>
            <a:noFill/>
          </a:ln>
        </p:spPr>
        <p:txBody>
          <a:bodyPr spcFirstLastPara="1" wrap="square" lIns="252000" tIns="180000" rIns="468000" bIns="180000" anchor="t" anchorCtr="0">
            <a:noAutofit/>
          </a:bodyPr>
          <a:lstStyle>
            <a:lvl1pPr marL="457200" lvl="0" indent="-228600" algn="l">
              <a:lnSpc>
                <a:spcPct val="128571"/>
              </a:lnSpc>
              <a:spcBef>
                <a:spcPts val="0"/>
              </a:spcBef>
              <a:spcAft>
                <a:spcPts val="0"/>
              </a:spcAft>
              <a:buClr>
                <a:schemeClr val="lt1"/>
              </a:buClr>
              <a:buSzPts val="1400"/>
              <a:buNone/>
              <a:defRPr sz="1400" b="1">
                <a:solidFill>
                  <a:schemeClr val="lt1"/>
                </a:solidFill>
              </a:defRPr>
            </a:lvl1pPr>
            <a:lvl2pPr marL="914400" lvl="1" indent="-353060" algn="l">
              <a:lnSpc>
                <a:spcPct val="128571"/>
              </a:lnSpc>
              <a:spcBef>
                <a:spcPts val="0"/>
              </a:spcBef>
              <a:spcAft>
                <a:spcPts val="0"/>
              </a:spcAft>
              <a:buClr>
                <a:schemeClr val="lt1"/>
              </a:buClr>
              <a:buSzPts val="1960"/>
              <a:buChar char="•"/>
              <a:defRPr sz="1400">
                <a:solidFill>
                  <a:schemeClr val="lt1"/>
                </a:solidFill>
              </a:defRPr>
            </a:lvl2pPr>
            <a:lvl3pPr marL="1371600" lvl="2" indent="-317500" algn="l">
              <a:lnSpc>
                <a:spcPct val="128571"/>
              </a:lnSpc>
              <a:spcBef>
                <a:spcPts val="1800"/>
              </a:spcBef>
              <a:spcAft>
                <a:spcPts val="0"/>
              </a:spcAft>
              <a:buClr>
                <a:schemeClr val="lt1"/>
              </a:buClr>
              <a:buSzPts val="1400"/>
              <a:buAutoNum type="arabicPeriod"/>
              <a:defRPr sz="1400">
                <a:solidFill>
                  <a:schemeClr val="lt1"/>
                </a:solidFill>
              </a:defRPr>
            </a:lvl3pPr>
            <a:lvl4pPr marL="1828800" lvl="3" indent="-228600" algn="l">
              <a:lnSpc>
                <a:spcPct val="128571"/>
              </a:lnSpc>
              <a:spcBef>
                <a:spcPts val="0"/>
              </a:spcBef>
              <a:spcAft>
                <a:spcPts val="0"/>
              </a:spcAft>
              <a:buClr>
                <a:schemeClr val="lt1"/>
              </a:buClr>
              <a:buSzPts val="1400"/>
              <a:buNone/>
              <a:defRPr sz="1400">
                <a:solidFill>
                  <a:schemeClr val="lt1"/>
                </a:solidFill>
              </a:defRPr>
            </a:lvl4pPr>
            <a:lvl5pPr marL="2286000" lvl="4" indent="-344170" algn="l">
              <a:lnSpc>
                <a:spcPct val="128571"/>
              </a:lnSpc>
              <a:spcBef>
                <a:spcPts val="0"/>
              </a:spcBef>
              <a:spcAft>
                <a:spcPts val="0"/>
              </a:spcAft>
              <a:buClr>
                <a:schemeClr val="lt1"/>
              </a:buClr>
              <a:buSzPts val="182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20"/>
          <p:cNvSpPr txBox="1">
            <a:spLocks noGrp="1"/>
          </p:cNvSpPr>
          <p:nvPr>
            <p:ph type="dt" idx="10"/>
          </p:nvPr>
        </p:nvSpPr>
        <p:spPr>
          <a:xfrm>
            <a:off x="4216923" y="6419198"/>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86" name="Google Shape;186;p20"/>
          <p:cNvSpPr txBox="1">
            <a:spLocks noGrp="1"/>
          </p:cNvSpPr>
          <p:nvPr>
            <p:ph type="ftr" idx="11"/>
          </p:nvPr>
        </p:nvSpPr>
        <p:spPr>
          <a:xfrm>
            <a:off x="5370587" y="6419198"/>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20"/>
          <p:cNvSpPr txBox="1">
            <a:spLocks noGrp="1"/>
          </p:cNvSpPr>
          <p:nvPr>
            <p:ph type="sldNum" idx="12"/>
          </p:nvPr>
        </p:nvSpPr>
        <p:spPr>
          <a:xfrm>
            <a:off x="11531078" y="641919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2D6E7480-AEB2-8D62-6FCF-C7068FEE744F}"/>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19F5DB62-195F-FD6E-5619-1A35B4AE8B1D}"/>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3FDAC246-403F-9041-17EC-DB4B9AFCBA7E}"/>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4;p15">
            <a:extLst>
              <a:ext uri="{FF2B5EF4-FFF2-40B4-BE49-F238E27FC236}">
                <a16:creationId xmlns:a16="http://schemas.microsoft.com/office/drawing/2014/main" id="{6B2CD45F-A9E2-0E11-694A-035C17EE794E}"/>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2">
                    <a:lumMod val="50000"/>
                  </a:schemeClr>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019174" y="484414"/>
            <a:ext cx="10514014" cy="1206274"/>
          </a:xfrm>
          <a:prstGeom prst="rect">
            <a:avLst/>
          </a:prstGeom>
          <a:noFill/>
          <a:ln>
            <a:noFill/>
          </a:ln>
        </p:spPr>
        <p:txBody>
          <a:bodyPr spcFirstLastPara="1" wrap="square" lIns="0" tIns="0" rIns="0" bIns="0" anchor="b" anchorCtr="0">
            <a:noAutofit/>
          </a:bodyPr>
          <a:lstStyle>
            <a:lvl1pPr marR="0" lvl="0" algn="l" rtl="0">
              <a:lnSpc>
                <a:spcPct val="118181"/>
              </a:lnSpc>
              <a:spcBef>
                <a:spcPts val="0"/>
              </a:spcBef>
              <a:spcAft>
                <a:spcPts val="0"/>
              </a:spcAft>
              <a:buClr>
                <a:schemeClr val="dk1"/>
              </a:buClr>
              <a:buSzPts val="2200"/>
              <a:buFont typeface="Verdana"/>
              <a:buNone/>
              <a:defRPr sz="2200" b="0"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lang="de-DE" dirty="0"/>
          </a:p>
        </p:txBody>
      </p:sp>
      <p:sp>
        <p:nvSpPr>
          <p:cNvPr id="11" name="Google Shape;11;p1"/>
          <p:cNvSpPr txBox="1">
            <a:spLocks noGrp="1"/>
          </p:cNvSpPr>
          <p:nvPr>
            <p:ph type="body" idx="1"/>
          </p:nvPr>
        </p:nvSpPr>
        <p:spPr>
          <a:xfrm>
            <a:off x="1019174" y="1690688"/>
            <a:ext cx="10514014" cy="4654550"/>
          </a:xfrm>
          <a:prstGeom prst="rect">
            <a:avLst/>
          </a:prstGeom>
          <a:noFill/>
          <a:ln>
            <a:noFill/>
          </a:ln>
        </p:spPr>
        <p:txBody>
          <a:bodyPr spcFirstLastPara="1" wrap="square" lIns="0" tIns="0" rIns="0" bIns="0" anchor="t" anchorCtr="0">
            <a:noAutofit/>
          </a:bodyPr>
          <a:lstStyle>
            <a:lvl1pPr marL="457200" marR="0" lvl="0" indent="-228600" algn="l" rtl="0">
              <a:lnSpc>
                <a:spcPct val="137500"/>
              </a:lnSpc>
              <a:spcBef>
                <a:spcPts val="0"/>
              </a:spcBef>
              <a:spcAft>
                <a:spcPts val="0"/>
              </a:spcAft>
              <a:buClr>
                <a:schemeClr val="dk1"/>
              </a:buClr>
              <a:buSzPts val="1600"/>
              <a:buFont typeface="Arial"/>
              <a:buNone/>
              <a:defRPr sz="1600" b="0" i="0" u="none" strike="noStrike" cap="none">
                <a:solidFill>
                  <a:schemeClr val="dk1"/>
                </a:solidFill>
                <a:latin typeface="Verdana"/>
                <a:ea typeface="Verdana"/>
                <a:cs typeface="Verdana"/>
                <a:sym typeface="Verdana"/>
              </a:defRPr>
            </a:lvl1pPr>
            <a:lvl2pPr marL="914400" marR="0" lvl="1" indent="-370840" algn="l" rtl="0">
              <a:lnSpc>
                <a:spcPct val="137500"/>
              </a:lnSpc>
              <a:spcBef>
                <a:spcPts val="1100"/>
              </a:spcBef>
              <a:spcAft>
                <a:spcPts val="0"/>
              </a:spcAft>
              <a:buClr>
                <a:schemeClr val="dk1"/>
              </a:buClr>
              <a:buSzPts val="2240"/>
              <a:buFont typeface="Arial"/>
              <a:buChar char="•"/>
              <a:defRPr sz="1600" b="0" i="0" u="none" strike="noStrike" cap="none">
                <a:solidFill>
                  <a:schemeClr val="dk1"/>
                </a:solidFill>
                <a:latin typeface="Verdana"/>
                <a:ea typeface="Verdana"/>
                <a:cs typeface="Verdana"/>
                <a:sym typeface="Verdana"/>
              </a:defRPr>
            </a:lvl2pPr>
            <a:lvl3pPr marL="1371600" marR="0" lvl="2" indent="-330200" algn="l" rtl="0">
              <a:lnSpc>
                <a:spcPct val="137500"/>
              </a:lnSpc>
              <a:spcBef>
                <a:spcPts val="1100"/>
              </a:spcBef>
              <a:spcAft>
                <a:spcPts val="0"/>
              </a:spcAft>
              <a:buClr>
                <a:schemeClr val="dk1"/>
              </a:buClr>
              <a:buSzPts val="1600"/>
              <a:buFont typeface="Verdana"/>
              <a:buAutoNum type="arabicPeriod"/>
              <a:defRPr sz="1600" b="0" i="0" u="none" strike="noStrike" cap="none">
                <a:solidFill>
                  <a:schemeClr val="dk1"/>
                </a:solidFill>
                <a:latin typeface="Verdana"/>
                <a:ea typeface="Verdana"/>
                <a:cs typeface="Verdana"/>
                <a:sym typeface="Verdana"/>
              </a:defRPr>
            </a:lvl3pPr>
            <a:lvl4pPr marL="1828800" marR="0" lvl="3" indent="-228600" algn="l" rtl="0">
              <a:lnSpc>
                <a:spcPct val="137500"/>
              </a:lnSpc>
              <a:spcBef>
                <a:spcPts val="1100"/>
              </a:spcBef>
              <a:spcAft>
                <a:spcPts val="0"/>
              </a:spcAft>
              <a:buClr>
                <a:schemeClr val="dk1"/>
              </a:buClr>
              <a:buSzPts val="1600"/>
              <a:buFont typeface="Arial"/>
              <a:buNone/>
              <a:defRPr sz="1600" b="0" i="0" u="none" strike="noStrike" cap="none">
                <a:solidFill>
                  <a:schemeClr val="dk1"/>
                </a:solidFill>
                <a:latin typeface="Verdana"/>
                <a:ea typeface="Verdana"/>
                <a:cs typeface="Verdana"/>
                <a:sym typeface="Verdana"/>
              </a:defRPr>
            </a:lvl4pPr>
            <a:lvl5pPr marL="2286000" marR="0" lvl="4" indent="-360679" algn="l" rtl="0">
              <a:lnSpc>
                <a:spcPct val="137500"/>
              </a:lnSpc>
              <a:spcBef>
                <a:spcPts val="1100"/>
              </a:spcBef>
              <a:spcAft>
                <a:spcPts val="0"/>
              </a:spcAft>
              <a:buClr>
                <a:schemeClr val="dk1"/>
              </a:buClr>
              <a:buSzPts val="208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90000"/>
              </a:lnSpc>
              <a:spcBef>
                <a:spcPts val="11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9pPr>
          </a:lstStyle>
          <a:p>
            <a:endParaRPr dirty="0"/>
          </a:p>
        </p:txBody>
      </p:sp>
      <p:sp>
        <p:nvSpPr>
          <p:cNvPr id="14" name="Google Shape;14;p1"/>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100" b="0" i="0" u="none" strike="noStrike" cap="none">
                <a:solidFill>
                  <a:schemeClr val="dk2"/>
                </a:solidFill>
                <a:latin typeface="Verdana"/>
                <a:ea typeface="Verdana"/>
                <a:cs typeface="Verdana"/>
                <a:sym typeface="Verdana"/>
              </a:defRPr>
            </a:lvl1pPr>
            <a:lvl2pPr marL="0" marR="0" lvl="1" indent="0" algn="r" rtl="0">
              <a:spcBef>
                <a:spcPts val="0"/>
              </a:spcBef>
              <a:buNone/>
              <a:defRPr sz="1100" b="0" i="0" u="none" strike="noStrike" cap="none">
                <a:solidFill>
                  <a:schemeClr val="dk2"/>
                </a:solidFill>
                <a:latin typeface="Verdana"/>
                <a:ea typeface="Verdana"/>
                <a:cs typeface="Verdana"/>
                <a:sym typeface="Verdana"/>
              </a:defRPr>
            </a:lvl2pPr>
            <a:lvl3pPr marL="0" marR="0" lvl="2" indent="0" algn="r" rtl="0">
              <a:spcBef>
                <a:spcPts val="0"/>
              </a:spcBef>
              <a:buNone/>
              <a:defRPr sz="1100" b="0" i="0" u="none" strike="noStrike" cap="none">
                <a:solidFill>
                  <a:schemeClr val="dk2"/>
                </a:solidFill>
                <a:latin typeface="Verdana"/>
                <a:ea typeface="Verdana"/>
                <a:cs typeface="Verdana"/>
                <a:sym typeface="Verdana"/>
              </a:defRPr>
            </a:lvl3pPr>
            <a:lvl4pPr marL="0" marR="0" lvl="3" indent="0" algn="r" rtl="0">
              <a:spcBef>
                <a:spcPts val="0"/>
              </a:spcBef>
              <a:buNone/>
              <a:defRPr sz="1100" b="0" i="0" u="none" strike="noStrike" cap="none">
                <a:solidFill>
                  <a:schemeClr val="dk2"/>
                </a:solidFill>
                <a:latin typeface="Verdana"/>
                <a:ea typeface="Verdana"/>
                <a:cs typeface="Verdana"/>
                <a:sym typeface="Verdana"/>
              </a:defRPr>
            </a:lvl4pPr>
            <a:lvl5pPr marL="0" marR="0" lvl="4" indent="0" algn="r" rtl="0">
              <a:spcBef>
                <a:spcPts val="0"/>
              </a:spcBef>
              <a:buNone/>
              <a:defRPr sz="1100" b="0" i="0" u="none" strike="noStrike" cap="none">
                <a:solidFill>
                  <a:schemeClr val="dk2"/>
                </a:solidFill>
                <a:latin typeface="Verdana"/>
                <a:ea typeface="Verdana"/>
                <a:cs typeface="Verdana"/>
                <a:sym typeface="Verdana"/>
              </a:defRPr>
            </a:lvl5pPr>
            <a:lvl6pPr marL="0" marR="0" lvl="5" indent="0" algn="r" rtl="0">
              <a:spcBef>
                <a:spcPts val="0"/>
              </a:spcBef>
              <a:buNone/>
              <a:defRPr sz="1100" b="0" i="0" u="none" strike="noStrike" cap="none">
                <a:solidFill>
                  <a:schemeClr val="dk2"/>
                </a:solidFill>
                <a:latin typeface="Verdana"/>
                <a:ea typeface="Verdana"/>
                <a:cs typeface="Verdana"/>
                <a:sym typeface="Verdana"/>
              </a:defRPr>
            </a:lvl6pPr>
            <a:lvl7pPr marL="0" marR="0" lvl="6" indent="0" algn="r" rtl="0">
              <a:spcBef>
                <a:spcPts val="0"/>
              </a:spcBef>
              <a:buNone/>
              <a:defRPr sz="1100" b="0" i="0" u="none" strike="noStrike" cap="none">
                <a:solidFill>
                  <a:schemeClr val="dk2"/>
                </a:solidFill>
                <a:latin typeface="Verdana"/>
                <a:ea typeface="Verdana"/>
                <a:cs typeface="Verdana"/>
                <a:sym typeface="Verdana"/>
              </a:defRPr>
            </a:lvl7pPr>
            <a:lvl8pPr marL="0" marR="0" lvl="7" indent="0" algn="r" rtl="0">
              <a:spcBef>
                <a:spcPts val="0"/>
              </a:spcBef>
              <a:buNone/>
              <a:defRPr sz="1100" b="0" i="0" u="none" strike="noStrike" cap="none">
                <a:solidFill>
                  <a:schemeClr val="dk2"/>
                </a:solidFill>
                <a:latin typeface="Verdana"/>
                <a:ea typeface="Verdana"/>
                <a:cs typeface="Verdana"/>
                <a:sym typeface="Verdana"/>
              </a:defRPr>
            </a:lvl8pPr>
            <a:lvl9pPr marL="0" marR="0" lvl="8" indent="0" algn="r" rtl="0">
              <a:spcBef>
                <a:spcPts val="0"/>
              </a:spcBef>
              <a:buNone/>
              <a:defRPr sz="1100" b="0" i="0" u="none" strike="noStrike" cap="none">
                <a:solidFill>
                  <a:schemeClr val="dk2"/>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de-DE"/>
              <a:t>‹Nr.›</a:t>
            </a:fld>
            <a:endParaRPr/>
          </a:p>
        </p:txBody>
      </p:sp>
      <p:sp>
        <p:nvSpPr>
          <p:cNvPr id="2" name="Google Shape;139;p16">
            <a:extLst>
              <a:ext uri="{FF2B5EF4-FFF2-40B4-BE49-F238E27FC236}">
                <a16:creationId xmlns:a16="http://schemas.microsoft.com/office/drawing/2014/main" id="{A789452D-3A50-1B2E-F5D6-219636FC1D52}"/>
              </a:ext>
            </a:extLst>
          </p:cNvPr>
          <p:cNvSpPr txBox="1">
            <a:spLocks noGrp="1"/>
          </p:cNvSpPr>
          <p:nvPr>
            <p:ph type="dt" idx="2"/>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3" name="Google Shape;140;p16">
            <a:extLst>
              <a:ext uri="{FF2B5EF4-FFF2-40B4-BE49-F238E27FC236}">
                <a16:creationId xmlns:a16="http://schemas.microsoft.com/office/drawing/2014/main" id="{81F1450C-FC39-BA3C-9C56-02766FBE43E4}"/>
              </a:ext>
            </a:extLst>
          </p:cNvPr>
          <p:cNvSpPr txBox="1">
            <a:spLocks noGrp="1"/>
          </p:cNvSpPr>
          <p:nvPr>
            <p:ph type="ftr" idx="3"/>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Tree>
  </p:cSld>
  <p:clrMap bg1="lt1" tx1="dk1" bg2="dk2" tx2="lt2" accent1="accent1" accent2="accent2" accent3="accent3" accent4="accent4" accent5="accent5" accent6="accent6" hlink="hlink" folHlink="folHlink"/>
  <p:sldLayoutIdLst>
    <p:sldLayoutId id="2147483648" r:id="rId1"/>
    <p:sldLayoutId id="2147483668" r:id="rId2"/>
    <p:sldLayoutId id="2147483695" r:id="rId3"/>
    <p:sldLayoutId id="2147483697" r:id="rId4"/>
    <p:sldLayoutId id="2147483699" r:id="rId5"/>
    <p:sldLayoutId id="2147483710" r:id="rId6"/>
    <p:sldLayoutId id="2147483712" r:id="rId7"/>
    <p:sldLayoutId id="2147483701" r:id="rId8"/>
    <p:sldLayoutId id="2147483673" r:id="rId9"/>
    <p:sldLayoutId id="2147483685" r:id="rId10"/>
    <p:sldLayoutId id="2147483674" r:id="rId11"/>
    <p:sldLayoutId id="2147483696" r:id="rId12"/>
    <p:sldLayoutId id="2147483698" r:id="rId13"/>
    <p:sldLayoutId id="2147483700" r:id="rId14"/>
    <p:sldLayoutId id="2147483711" r:id="rId15"/>
    <p:sldLayoutId id="2147483702" r:id="rId16"/>
    <p:sldLayoutId id="2147483688" r:id="rId17"/>
    <p:sldLayoutId id="2147483703" r:id="rId18"/>
    <p:sldLayoutId id="2147483684" r:id="rId19"/>
    <p:sldLayoutId id="2147483679" r:id="rId20"/>
    <p:sldLayoutId id="2147483682" r:id="rId21"/>
    <p:sldLayoutId id="2147483680" r:id="rId22"/>
    <p:sldLayoutId id="2147483681" r:id="rId23"/>
    <p:sldLayoutId id="2147483689" r:id="rId24"/>
    <p:sldLayoutId id="2147483690" r:id="rId25"/>
    <p:sldLayoutId id="2147483691" r:id="rId26"/>
    <p:sldLayoutId id="2147483692" r:id="rId27"/>
    <p:sldLayoutId id="2147483693" r:id="rId28"/>
    <p:sldLayoutId id="2147483694" r:id="rId29"/>
    <p:sldLayoutId id="2147483704" r:id="rId30"/>
    <p:sldLayoutId id="2147483705" r:id="rId31"/>
    <p:sldLayoutId id="2147483706" r:id="rId32"/>
    <p:sldLayoutId id="2147483707" r:id="rId33"/>
    <p:sldLayoutId id="2147483708" r:id="rId34"/>
    <p:sldLayoutId id="2147483653" r:id="rId35"/>
    <p:sldLayoutId id="2147483654" r:id="rId36"/>
    <p:sldLayoutId id="2147483709" r:id="rId37"/>
    <p:sldLayoutId id="2147483652" r:id="rId38"/>
    <p:sldLayoutId id="2147483686" r:id="rId39"/>
    <p:sldLayoutId id="2147483655" r:id="rId40"/>
    <p:sldLayoutId id="2147483656" r:id="rId41"/>
    <p:sldLayoutId id="2147483657" r:id="rId42"/>
    <p:sldLayoutId id="2147483658" r:id="rId43"/>
    <p:sldLayoutId id="2147483660" r:id="rId44"/>
    <p:sldLayoutId id="2147483661" r:id="rId45"/>
    <p:sldLayoutId id="2147483662" r:id="rId46"/>
    <p:sldLayoutId id="2147483663" r:id="rId47"/>
    <p:sldLayoutId id="2147483664" r:id="rId48"/>
    <p:sldLayoutId id="2147483665" r:id="rId49"/>
    <p:sldLayoutId id="2147483666" r:id="rId50"/>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all"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642">
          <p15:clr>
            <a:srgbClr val="F26B43"/>
          </p15:clr>
        </p15:guide>
        <p15:guide id="2" orient="horz" pos="4201">
          <p15:clr>
            <a:srgbClr val="F26B43"/>
          </p15:clr>
        </p15:guide>
        <p15:guide id="3" pos="72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hyperlink" Target="https://gist.github.com/karpathy/442a6bf555914893e9891c11519de94f"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hyperlink" Target="https://github.com/aihpi/workshop-rag-forum/tree/main/03_workshop/261102-llm-wik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gist.github.com/karpathy/442a6bf555914893e9891c11519de94f" TargetMode="External"/><Relationship Id="rId3" Type="http://schemas.openxmlformats.org/officeDocument/2006/relationships/hyperlink" Target="https://blog.starmorph.com/blog/karpathy-llm-wiki-knowledge-base-guide" TargetMode="External"/><Relationship Id="rId4" Type="http://schemas.openxmlformats.org/officeDocument/2006/relationships/hyperlink" Target="https://github.com/aihpi/workshop-rag-forum/tree/main/03_workshop/261102-llm-wiki" TargetMode="External"/><Relationship Id="rId5" Type="http://schemas.openxmlformats.org/officeDocument/2006/relationships/image" Target="../media/image25.png"/><Relationship Id="rId6"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github.com/lucasastorian/llmwiki" TargetMode="External"/><Relationship Id="rId3" Type="http://schemas.openxmlformats.org/officeDocument/2006/relationships/hyperlink" Target="https://github.com/Ar9av/obsidian-wiki" TargetMode="External"/><Relationship Id="rId4" Type="http://schemas.openxmlformats.org/officeDocument/2006/relationships/hyperlink" Target="https://github.com/NicholasSpisak/second-brain" TargetMode="External"/><Relationship Id="rId5" Type="http://schemas.openxmlformats.org/officeDocument/2006/relationships/hyperlink" Target="https://github.com/ussumant/llm-wiki-compiler" TargetMode="External"/><Relationship Id="rId6" Type="http://schemas.openxmlformats.org/officeDocument/2006/relationships/hyperlink" Target="https://news.ycombinator.com/item?id=47667723" TargetMode="External"/><Relationship Id="rId7" Type="http://schemas.openxmlformats.org/officeDocument/2006/relationships/hyperlink" Target="https://github.com/kfchou/wiki-skills" TargetMode="External"/><Relationship Id="rId8" Type="http://schemas.openxmlformats.org/officeDocument/2006/relationships/hyperlink" Target="https://gist.github.com/rohitg00/2067ab416f7bbe447c1977edaaa681e2" TargetMode="External"/><Relationship Id="rId9" Type="http://schemas.openxmlformats.org/officeDocument/2006/relationships/hyperlink" Target="https://blog.starmorph.com/blog/karpathy-llm-wiki-knowledge-base-guide" TargetMode="External"/><Relationship Id="rId10"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14984" y="822960"/>
            <a:ext cx="8412480" cy="1417320"/>
          </a:xfrm>
        </p:spPr>
        <p:txBody>
          <a:bodyPr/>
          <a:lstStyle/>
          <a:p>
            <a:r>
              <a:t>Das KISZ-Wiki: Wissen verdichten statt suchen</a:t>
            </a:r>
          </a:p>
        </p:txBody>
      </p:sp>
      <p:sp>
        <p:nvSpPr>
          <p:cNvPr id="3" name="Subtitle 2"/>
          <p:cNvSpPr>
            <a:spLocks noGrp="1"/>
          </p:cNvSpPr>
          <p:nvPr>
            <p:ph type="subTitle" idx="1"/>
          </p:nvPr>
        </p:nvSpPr>
        <p:spPr>
          <a:xfrm>
            <a:off x="1014984" y="2395728"/>
            <a:ext cx="8412480" cy="548640"/>
          </a:xfrm>
        </p:spPr>
        <p:txBody>
          <a:bodyPr/>
          <a:lstStyle/>
          <a:p>
            <a:r>
              <a:t>Warum wir für das Wissen unseres Teams kein RAG nutzen</a:t>
            </a:r>
          </a:p>
        </p:txBody>
      </p:sp>
      <p:sp>
        <p:nvSpPr>
          <p:cNvPr id="4" name="TextBox 3"/>
          <p:cNvSpPr txBox="1"/>
          <p:nvPr/>
        </p:nvSpPr>
        <p:spPr>
          <a:xfrm>
            <a:off x="1234440" y="3063240"/>
            <a:ext cx="6400800" cy="731520"/>
          </a:xfrm>
          <a:prstGeom prst="rect">
            <a:avLst/>
          </a:prstGeom>
          <a:noFill/>
        </p:spPr>
        <p:txBody>
          <a:bodyPr wrap="square" lIns="0" rIns="0" tIns="0" bIns="0" anchor="t">
            <a:noAutofit/>
          </a:bodyPr>
          <a:lstStyle/>
          <a:p>
            <a:pPr algn="l">
              <a:spcAft>
                <a:spcPts val="200"/>
              </a:spcAft>
            </a:pPr>
            <a:r>
              <a:rPr sz="1400" b="0">
                <a:solidFill>
                  <a:srgbClr val="5A6065"/>
                </a:solidFill>
                <a:latin typeface="+mn-lt"/>
              </a:rPr>
              <a:t>Hanno Müller, KI-Servicezentrum Berlin-Brandenburg</a:t>
            </a:r>
          </a:p>
          <a:p>
            <a:pPr algn="l">
              <a:spcAft>
                <a:spcPts val="200"/>
              </a:spcAft>
            </a:pPr>
            <a:r>
              <a:rPr sz="1400" b="0">
                <a:solidFill>
                  <a:srgbClr val="5A6065"/>
                </a:solidFill>
                <a:latin typeface="+mn-lt"/>
              </a:rPr>
              <a:t>RAG-Forum, 2.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Sechs Engineers am KISZ</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pic>
        <p:nvPicPr>
          <p:cNvPr id="5" name="Picture 4" descr="hanno.png"/>
          <p:cNvPicPr>
            <a:picLocks noChangeAspect="1"/>
          </p:cNvPicPr>
          <p:nvPr/>
        </p:nvPicPr>
        <p:blipFill>
          <a:blip r:embed="rId2"/>
          <a:stretch>
            <a:fillRect/>
          </a:stretch>
        </p:blipFill>
        <p:spPr>
          <a:xfrm>
            <a:off x="704088" y="2240280"/>
            <a:ext cx="1554480" cy="1554480"/>
          </a:xfrm>
          <a:prstGeom prst="rect">
            <a:avLst/>
          </a:prstGeom>
        </p:spPr>
      </p:pic>
      <p:sp>
        <p:nvSpPr>
          <p:cNvPr id="6" name="TextBox 5"/>
          <p:cNvSpPr txBox="1"/>
          <p:nvPr/>
        </p:nvSpPr>
        <p:spPr>
          <a:xfrm>
            <a:off x="704088" y="3867912"/>
            <a:ext cx="1554480" cy="365760"/>
          </a:xfrm>
          <a:prstGeom prst="rect">
            <a:avLst/>
          </a:prstGeom>
          <a:noFill/>
        </p:spPr>
        <p:txBody>
          <a:bodyPr wrap="square" lIns="0" rIns="0" tIns="0" bIns="0" anchor="t">
            <a:noAutofit/>
          </a:bodyPr>
          <a:lstStyle/>
          <a:p>
            <a:pPr algn="ctr">
              <a:spcAft>
                <a:spcPts val="600"/>
              </a:spcAft>
            </a:pPr>
            <a:r>
              <a:rPr sz="1600" b="0">
                <a:solidFill>
                  <a:srgbClr val="5A6065"/>
                </a:solidFill>
                <a:latin typeface="+mn-lt"/>
              </a:rPr>
              <a:t>Hanno</a:t>
            </a:r>
          </a:p>
        </p:txBody>
      </p:sp>
      <p:pic>
        <p:nvPicPr>
          <p:cNvPr id="7" name="Picture 6" descr="felix.png"/>
          <p:cNvPicPr>
            <a:picLocks noChangeAspect="1"/>
          </p:cNvPicPr>
          <p:nvPr/>
        </p:nvPicPr>
        <p:blipFill>
          <a:blip r:embed="rId3"/>
          <a:stretch>
            <a:fillRect/>
          </a:stretch>
        </p:blipFill>
        <p:spPr>
          <a:xfrm>
            <a:off x="2606040" y="2240280"/>
            <a:ext cx="1554480" cy="1554480"/>
          </a:xfrm>
          <a:prstGeom prst="rect">
            <a:avLst/>
          </a:prstGeom>
        </p:spPr>
      </p:pic>
      <p:sp>
        <p:nvSpPr>
          <p:cNvPr id="8" name="TextBox 7"/>
          <p:cNvSpPr txBox="1"/>
          <p:nvPr/>
        </p:nvSpPr>
        <p:spPr>
          <a:xfrm>
            <a:off x="2606040" y="3867912"/>
            <a:ext cx="1554480" cy="365760"/>
          </a:xfrm>
          <a:prstGeom prst="rect">
            <a:avLst/>
          </a:prstGeom>
          <a:noFill/>
        </p:spPr>
        <p:txBody>
          <a:bodyPr wrap="square" lIns="0" rIns="0" tIns="0" bIns="0" anchor="t">
            <a:noAutofit/>
          </a:bodyPr>
          <a:lstStyle/>
          <a:p>
            <a:pPr algn="ctr">
              <a:spcAft>
                <a:spcPts val="600"/>
              </a:spcAft>
            </a:pPr>
            <a:r>
              <a:rPr sz="1600" b="0">
                <a:solidFill>
                  <a:srgbClr val="5A6065"/>
                </a:solidFill>
                <a:latin typeface="+mn-lt"/>
              </a:rPr>
              <a:t>Felix</a:t>
            </a:r>
          </a:p>
        </p:txBody>
      </p:sp>
      <p:pic>
        <p:nvPicPr>
          <p:cNvPr id="9" name="Picture 8" descr="mario.png"/>
          <p:cNvPicPr>
            <a:picLocks noChangeAspect="1"/>
          </p:cNvPicPr>
          <p:nvPr/>
        </p:nvPicPr>
        <p:blipFill>
          <a:blip r:embed="rId4"/>
          <a:stretch>
            <a:fillRect/>
          </a:stretch>
        </p:blipFill>
        <p:spPr>
          <a:xfrm>
            <a:off x="4507992" y="2240280"/>
            <a:ext cx="1554480" cy="1554480"/>
          </a:xfrm>
          <a:prstGeom prst="rect">
            <a:avLst/>
          </a:prstGeom>
        </p:spPr>
      </p:pic>
      <p:sp>
        <p:nvSpPr>
          <p:cNvPr id="10" name="TextBox 9"/>
          <p:cNvSpPr txBox="1"/>
          <p:nvPr/>
        </p:nvSpPr>
        <p:spPr>
          <a:xfrm>
            <a:off x="4507992" y="3867912"/>
            <a:ext cx="1554480" cy="365760"/>
          </a:xfrm>
          <a:prstGeom prst="rect">
            <a:avLst/>
          </a:prstGeom>
          <a:noFill/>
        </p:spPr>
        <p:txBody>
          <a:bodyPr wrap="square" lIns="0" rIns="0" tIns="0" bIns="0" anchor="t">
            <a:noAutofit/>
          </a:bodyPr>
          <a:lstStyle/>
          <a:p>
            <a:pPr algn="ctr">
              <a:spcAft>
                <a:spcPts val="600"/>
              </a:spcAft>
            </a:pPr>
            <a:r>
              <a:rPr sz="1600" b="0">
                <a:solidFill>
                  <a:srgbClr val="5A6065"/>
                </a:solidFill>
                <a:latin typeface="+mn-lt"/>
              </a:rPr>
              <a:t>Mario</a:t>
            </a:r>
          </a:p>
        </p:txBody>
      </p:sp>
      <p:pic>
        <p:nvPicPr>
          <p:cNvPr id="11" name="Picture 10" descr="paras.png"/>
          <p:cNvPicPr>
            <a:picLocks noChangeAspect="1"/>
          </p:cNvPicPr>
          <p:nvPr/>
        </p:nvPicPr>
        <p:blipFill>
          <a:blip r:embed="rId5"/>
          <a:stretch>
            <a:fillRect/>
          </a:stretch>
        </p:blipFill>
        <p:spPr>
          <a:xfrm>
            <a:off x="6409944" y="2240280"/>
            <a:ext cx="1554480" cy="1554480"/>
          </a:xfrm>
          <a:prstGeom prst="rect">
            <a:avLst/>
          </a:prstGeom>
        </p:spPr>
      </p:pic>
      <p:sp>
        <p:nvSpPr>
          <p:cNvPr id="12" name="TextBox 11"/>
          <p:cNvSpPr txBox="1"/>
          <p:nvPr/>
        </p:nvSpPr>
        <p:spPr>
          <a:xfrm>
            <a:off x="6409944" y="3867912"/>
            <a:ext cx="1554480" cy="365760"/>
          </a:xfrm>
          <a:prstGeom prst="rect">
            <a:avLst/>
          </a:prstGeom>
          <a:noFill/>
        </p:spPr>
        <p:txBody>
          <a:bodyPr wrap="square" lIns="0" rIns="0" tIns="0" bIns="0" anchor="t">
            <a:noAutofit/>
          </a:bodyPr>
          <a:lstStyle/>
          <a:p>
            <a:pPr algn="ctr">
              <a:spcAft>
                <a:spcPts val="600"/>
              </a:spcAft>
            </a:pPr>
            <a:r>
              <a:rPr sz="1600" b="0">
                <a:solidFill>
                  <a:srgbClr val="5A6065"/>
                </a:solidFill>
                <a:latin typeface="+mn-lt"/>
              </a:rPr>
              <a:t>Paras</a:t>
            </a:r>
          </a:p>
        </p:txBody>
      </p:sp>
      <p:pic>
        <p:nvPicPr>
          <p:cNvPr id="13" name="Picture 12" descr="david.png"/>
          <p:cNvPicPr>
            <a:picLocks noChangeAspect="1"/>
          </p:cNvPicPr>
          <p:nvPr/>
        </p:nvPicPr>
        <p:blipFill>
          <a:blip r:embed="rId6"/>
          <a:stretch>
            <a:fillRect/>
          </a:stretch>
        </p:blipFill>
        <p:spPr>
          <a:xfrm>
            <a:off x="8311896" y="2240280"/>
            <a:ext cx="1554480" cy="1554480"/>
          </a:xfrm>
          <a:prstGeom prst="rect">
            <a:avLst/>
          </a:prstGeom>
        </p:spPr>
      </p:pic>
      <p:sp>
        <p:nvSpPr>
          <p:cNvPr id="14" name="TextBox 13"/>
          <p:cNvSpPr txBox="1"/>
          <p:nvPr/>
        </p:nvSpPr>
        <p:spPr>
          <a:xfrm>
            <a:off x="8311896" y="3867912"/>
            <a:ext cx="1554480" cy="365760"/>
          </a:xfrm>
          <a:prstGeom prst="rect">
            <a:avLst/>
          </a:prstGeom>
          <a:noFill/>
        </p:spPr>
        <p:txBody>
          <a:bodyPr wrap="square" lIns="0" rIns="0" tIns="0" bIns="0" anchor="t">
            <a:noAutofit/>
          </a:bodyPr>
          <a:lstStyle/>
          <a:p>
            <a:pPr algn="ctr">
              <a:spcAft>
                <a:spcPts val="600"/>
              </a:spcAft>
            </a:pPr>
            <a:r>
              <a:rPr sz="1600" b="0">
                <a:solidFill>
                  <a:srgbClr val="5A6065"/>
                </a:solidFill>
                <a:latin typeface="+mn-lt"/>
              </a:rPr>
              <a:t>David</a:t>
            </a:r>
          </a:p>
        </p:txBody>
      </p:sp>
      <p:pic>
        <p:nvPicPr>
          <p:cNvPr id="15" name="Picture 14" descr="jill.png"/>
          <p:cNvPicPr>
            <a:picLocks noChangeAspect="1"/>
          </p:cNvPicPr>
          <p:nvPr/>
        </p:nvPicPr>
        <p:blipFill>
          <a:blip r:embed="rId7"/>
          <a:stretch>
            <a:fillRect/>
          </a:stretch>
        </p:blipFill>
        <p:spPr>
          <a:xfrm>
            <a:off x="10213848" y="2240280"/>
            <a:ext cx="1554480" cy="1554480"/>
          </a:xfrm>
          <a:prstGeom prst="rect">
            <a:avLst/>
          </a:prstGeom>
        </p:spPr>
      </p:pic>
      <p:sp>
        <p:nvSpPr>
          <p:cNvPr id="16" name="TextBox 15"/>
          <p:cNvSpPr txBox="1"/>
          <p:nvPr/>
        </p:nvSpPr>
        <p:spPr>
          <a:xfrm>
            <a:off x="10213848" y="3867912"/>
            <a:ext cx="1554480" cy="365760"/>
          </a:xfrm>
          <a:prstGeom prst="rect">
            <a:avLst/>
          </a:prstGeom>
          <a:noFill/>
        </p:spPr>
        <p:txBody>
          <a:bodyPr wrap="square" lIns="0" rIns="0" tIns="0" bIns="0" anchor="t">
            <a:noAutofit/>
          </a:bodyPr>
          <a:lstStyle/>
          <a:p>
            <a:pPr algn="ctr">
              <a:spcAft>
                <a:spcPts val="600"/>
              </a:spcAft>
            </a:pPr>
            <a:r>
              <a:rPr sz="1600" b="0">
                <a:solidFill>
                  <a:srgbClr val="5A6065"/>
                </a:solidFill>
                <a:latin typeface="+mn-lt"/>
              </a:rPr>
              <a:t>Jill</a:t>
            </a:r>
          </a:p>
        </p:txBody>
      </p:sp>
      <p:grpSp>
        <p:nvGrpSpPr>
          <p:cNvPr id="2" name="Group 1"/>
          <p:cNvGrpSpPr/>
          <p:nvPr/>
        </p:nvGrpSpPr>
        <p:grpSpPr>
          <a:xfrm>
            <a:off x="914400" y="2103120"/>
            <a:ext cx="4206240" cy="502920"/>
            <a:chOff x="914400" y="2103120"/>
            <a:chExt cx="4206240" cy="502920"/>
          </a:xfrm>
        </p:grpSpPr>
        <p:sp>
          <p:nvSpPr>
            <p:cNvPr id="17" name="Rounded Rectangle 16"/>
            <p:cNvSpPr/>
            <p:nvPr/>
          </p:nvSpPr>
          <p:spPr>
            <a:xfrm>
              <a:off x="914400" y="2103120"/>
              <a:ext cx="4206240" cy="502920"/>
            </a:xfrm>
            <a:prstGeom prst="roundRect">
              <a:avLst>
                <a:gd name="adj" fmla="val 8000"/>
              </a:avLst>
            </a:prstGeom>
            <a:solidFill>
              <a:srgbClr val="5A6065"/>
            </a:solidFill>
            <a:ln w="19050">
              <a:solidFill>
                <a:srgbClr val="FFFFFF"/>
              </a:solidFill>
            </a:ln>
            <a:effectLst/>
          </p:spPr>
          <p:txBody>
            <a:bodyPr rtlCol="0" anchor="ctr" wrap="square" lIns="73152" rIns="73152" tIns="36576" bIns="36576">
              <a:noAutofit/>
            </a:bodyPr>
            <a:lstStyle/>
            <a:p>
              <a:pPr algn="ctr">
                <a:spcAft>
                  <a:spcPts val="0"/>
                </a:spcAft>
              </a:pPr>
              <a:r>
                <a:rPr sz="1600" b="1">
                  <a:solidFill>
                    <a:srgbClr val="FFFFFF"/>
                  </a:solidFill>
                  <a:latin typeface="+mn-lt"/>
                </a:rPr>
                <a:t>PoCs bauen, Blueprints ableiten</a:t>
              </a:r>
            </a:p>
          </p:txBody>
        </p:sp>
      </p:grpSp>
      <p:grpSp>
        <p:nvGrpSpPr>
          <p:cNvPr id="18" name="Group 17"/>
          <p:cNvGrpSpPr/>
          <p:nvPr/>
        </p:nvGrpSpPr>
        <p:grpSpPr>
          <a:xfrm>
            <a:off x="2743200" y="1371600"/>
            <a:ext cx="8503920" cy="1325880"/>
            <a:chOff x="2743200" y="1371600"/>
            <a:chExt cx="8503920" cy="1325880"/>
          </a:xfrm>
        </p:grpSpPr>
        <p:sp>
          <p:nvSpPr>
            <p:cNvPr id="19" name="Rounded Rectangle 18"/>
            <p:cNvSpPr/>
            <p:nvPr/>
          </p:nvSpPr>
          <p:spPr>
            <a:xfrm>
              <a:off x="5897880" y="1783080"/>
              <a:ext cx="2697480" cy="502920"/>
            </a:xfrm>
            <a:prstGeom prst="roundRect">
              <a:avLst>
                <a:gd name="adj" fmla="val 8000"/>
              </a:avLst>
            </a:prstGeom>
            <a:solidFill>
              <a:srgbClr val="D6D7D8"/>
            </a:solidFill>
            <a:ln w="19050">
              <a:solidFill>
                <a:srgbClr val="FFFFFF"/>
              </a:solidFill>
            </a:ln>
            <a:effectLst/>
          </p:spPr>
          <p:txBody>
            <a:bodyPr rtlCol="0" anchor="ctr" wrap="square" lIns="73152" rIns="73152" tIns="36576" bIns="36576">
              <a:noAutofit/>
            </a:bodyPr>
            <a:lstStyle/>
            <a:p>
              <a:pPr algn="ctr">
                <a:spcAft>
                  <a:spcPts val="0"/>
                </a:spcAft>
              </a:pPr>
              <a:r>
                <a:rPr sz="1600" b="0">
                  <a:solidFill>
                    <a:srgbClr val="212427"/>
                  </a:solidFill>
                  <a:latin typeface="+mn-lt"/>
                </a:rPr>
                <a:t>Protokolle schreiben</a:t>
              </a:r>
            </a:p>
          </p:txBody>
        </p:sp>
        <p:sp>
          <p:nvSpPr>
            <p:cNvPr id="20" name="Rounded Rectangle 19"/>
            <p:cNvSpPr/>
            <p:nvPr/>
          </p:nvSpPr>
          <p:spPr>
            <a:xfrm>
              <a:off x="2743200" y="1371600"/>
              <a:ext cx="3611880" cy="502920"/>
            </a:xfrm>
            <a:prstGeom prst="roundRect">
              <a:avLst>
                <a:gd name="adj" fmla="val 8000"/>
              </a:avLst>
            </a:prstGeom>
            <a:solidFill>
              <a:srgbClr val="D6D7D8"/>
            </a:solidFill>
            <a:ln w="19050">
              <a:solidFill>
                <a:srgbClr val="FFFFFF"/>
              </a:solidFill>
            </a:ln>
            <a:effectLst/>
          </p:spPr>
          <p:txBody>
            <a:bodyPr rtlCol="0" anchor="ctr" wrap="square" lIns="73152" rIns="73152" tIns="36576" bIns="36576">
              <a:noAutofit/>
            </a:bodyPr>
            <a:lstStyle/>
            <a:p>
              <a:pPr algn="ctr">
                <a:spcAft>
                  <a:spcPts val="0"/>
                </a:spcAft>
              </a:pPr>
              <a:r>
                <a:rPr sz="1600" b="0">
                  <a:solidFill>
                    <a:srgbClr val="212427"/>
                  </a:solidFill>
                  <a:latin typeface="+mn-lt"/>
                </a:rPr>
                <a:t>Veranstaltungen organisieren</a:t>
              </a:r>
            </a:p>
          </p:txBody>
        </p:sp>
        <p:sp>
          <p:nvSpPr>
            <p:cNvPr id="21" name="Rounded Rectangle 20"/>
            <p:cNvSpPr/>
            <p:nvPr/>
          </p:nvSpPr>
          <p:spPr>
            <a:xfrm>
              <a:off x="9006840" y="2194560"/>
              <a:ext cx="2240280" cy="502920"/>
            </a:xfrm>
            <a:prstGeom prst="roundRect">
              <a:avLst>
                <a:gd name="adj" fmla="val 8000"/>
              </a:avLst>
            </a:prstGeom>
            <a:solidFill>
              <a:srgbClr val="D6D7D8"/>
            </a:solidFill>
            <a:ln w="19050">
              <a:solidFill>
                <a:srgbClr val="FFFFFF"/>
              </a:solidFill>
            </a:ln>
            <a:effectLst/>
          </p:spPr>
          <p:txBody>
            <a:bodyPr rtlCol="0" anchor="ctr" wrap="square" lIns="73152" rIns="73152" tIns="36576" bIns="36576">
              <a:noAutofit/>
            </a:bodyPr>
            <a:lstStyle/>
            <a:p>
              <a:pPr algn="ctr">
                <a:spcAft>
                  <a:spcPts val="0"/>
                </a:spcAft>
              </a:pPr>
              <a:r>
                <a:rPr sz="1600" b="0">
                  <a:solidFill>
                    <a:srgbClr val="212427"/>
                  </a:solidFill>
                  <a:latin typeface="+mn-lt"/>
                </a:rPr>
                <a:t>Workshops geben</a:t>
              </a:r>
            </a:p>
          </p:txBody>
        </p:sp>
      </p:grpSp>
      <p:grpSp>
        <p:nvGrpSpPr>
          <p:cNvPr id="22" name="Group 21"/>
          <p:cNvGrpSpPr/>
          <p:nvPr/>
        </p:nvGrpSpPr>
        <p:grpSpPr>
          <a:xfrm>
            <a:off x="1188720" y="3886200"/>
            <a:ext cx="7589520" cy="960120"/>
            <a:chOff x="1188720" y="3886200"/>
            <a:chExt cx="7589520" cy="960120"/>
          </a:xfrm>
        </p:grpSpPr>
        <p:sp>
          <p:nvSpPr>
            <p:cNvPr id="23" name="Rounded Rectangle 22"/>
            <p:cNvSpPr/>
            <p:nvPr/>
          </p:nvSpPr>
          <p:spPr>
            <a:xfrm>
              <a:off x="7680960" y="3886200"/>
              <a:ext cx="1097280" cy="502920"/>
            </a:xfrm>
            <a:prstGeom prst="roundRect">
              <a:avLst>
                <a:gd name="adj" fmla="val 8000"/>
              </a:avLst>
            </a:prstGeom>
            <a:solidFill>
              <a:srgbClr val="D6D7D8"/>
            </a:solidFill>
            <a:ln w="19050">
              <a:solidFill>
                <a:srgbClr val="FFFFFF"/>
              </a:solidFill>
            </a:ln>
            <a:effectLst/>
          </p:spPr>
          <p:txBody>
            <a:bodyPr rtlCol="0" anchor="ctr" wrap="square" lIns="73152" rIns="73152" tIns="36576" bIns="36576">
              <a:noAutofit/>
            </a:bodyPr>
            <a:lstStyle/>
            <a:p>
              <a:pPr algn="ctr">
                <a:spcAft>
                  <a:spcPts val="0"/>
                </a:spcAft>
              </a:pPr>
              <a:r>
                <a:rPr sz="1600" b="0">
                  <a:solidFill>
                    <a:srgbClr val="212427"/>
                  </a:solidFill>
                  <a:latin typeface="+mn-lt"/>
                </a:rPr>
                <a:t>Lehre</a:t>
              </a:r>
            </a:p>
          </p:txBody>
        </p:sp>
        <p:sp>
          <p:nvSpPr>
            <p:cNvPr id="24" name="Rounded Rectangle 23"/>
            <p:cNvSpPr/>
            <p:nvPr/>
          </p:nvSpPr>
          <p:spPr>
            <a:xfrm>
              <a:off x="1188720" y="4343400"/>
              <a:ext cx="2926080" cy="502920"/>
            </a:xfrm>
            <a:prstGeom prst="roundRect">
              <a:avLst>
                <a:gd name="adj" fmla="val 8000"/>
              </a:avLst>
            </a:prstGeom>
            <a:solidFill>
              <a:srgbClr val="D6D7D8"/>
            </a:solidFill>
            <a:ln w="19050">
              <a:solidFill>
                <a:srgbClr val="FFFFFF"/>
              </a:solidFill>
            </a:ln>
            <a:effectLst/>
          </p:spPr>
          <p:txBody>
            <a:bodyPr rtlCol="0" anchor="ctr" wrap="square" lIns="73152" rIns="73152" tIns="36576" bIns="36576">
              <a:noAutofit/>
            </a:bodyPr>
            <a:lstStyle/>
            <a:p>
              <a:pPr algn="ctr">
                <a:spcAft>
                  <a:spcPts val="0"/>
                </a:spcAft>
              </a:pPr>
              <a:r>
                <a:rPr sz="1600" b="0">
                  <a:solidFill>
                    <a:srgbClr val="212427"/>
                  </a:solidFill>
                  <a:latin typeface="+mn-lt"/>
                </a:rPr>
                <a:t>Vorträge auf Einladung</a:t>
              </a:r>
            </a:p>
          </p:txBody>
        </p:sp>
        <p:sp>
          <p:nvSpPr>
            <p:cNvPr id="25" name="Rounded Rectangle 24"/>
            <p:cNvSpPr/>
            <p:nvPr/>
          </p:nvSpPr>
          <p:spPr>
            <a:xfrm>
              <a:off x="4526280" y="4160520"/>
              <a:ext cx="3291840" cy="502920"/>
            </a:xfrm>
            <a:prstGeom prst="roundRect">
              <a:avLst>
                <a:gd name="adj" fmla="val 8000"/>
              </a:avLst>
            </a:prstGeom>
            <a:solidFill>
              <a:srgbClr val="D6D7D8"/>
            </a:solidFill>
            <a:ln w="19050">
              <a:solidFill>
                <a:srgbClr val="FFFFFF"/>
              </a:solidFill>
            </a:ln>
            <a:effectLst/>
          </p:spPr>
          <p:txBody>
            <a:bodyPr rtlCol="0" anchor="ctr" wrap="square" lIns="73152" rIns="73152" tIns="36576" bIns="36576">
              <a:noAutofit/>
            </a:bodyPr>
            <a:lstStyle/>
            <a:p>
              <a:pPr algn="ctr">
                <a:spcAft>
                  <a:spcPts val="0"/>
                </a:spcAft>
              </a:pPr>
              <a:r>
                <a:rPr sz="1600" b="0">
                  <a:solidFill>
                    <a:srgbClr val="212427"/>
                  </a:solidFill>
                  <a:latin typeface="+mn-lt"/>
                </a:rPr>
                <a:t>Beratung in Sprechstunden</a:t>
              </a:r>
            </a:p>
          </p:txBody>
        </p:sp>
      </p:grpSp>
      <p:grpSp>
        <p:nvGrpSpPr>
          <p:cNvPr id="26" name="Group 25"/>
          <p:cNvGrpSpPr/>
          <p:nvPr/>
        </p:nvGrpSpPr>
        <p:grpSpPr>
          <a:xfrm>
            <a:off x="1188720" y="2788920"/>
            <a:ext cx="9784080" cy="914400"/>
            <a:chOff x="1188720" y="2788920"/>
            <a:chExt cx="9784080" cy="914400"/>
          </a:xfrm>
        </p:grpSpPr>
        <p:sp>
          <p:nvSpPr>
            <p:cNvPr id="27" name="Rectangle 26"/>
            <p:cNvSpPr/>
            <p:nvPr/>
          </p:nvSpPr>
          <p:spPr>
            <a:xfrm>
              <a:off x="1188720" y="2788920"/>
              <a:ext cx="9784080" cy="914400"/>
            </a:xfrm>
            <a:prstGeom prst="rect">
              <a:avLst/>
            </a:prstGeom>
            <a:solidFill>
              <a:srgbClr val="B1063A"/>
            </a:solidFill>
            <a:ln>
              <a:noFill/>
            </a:ln>
            <a:effectLst/>
          </p:spPr>
          <p:txBody>
            <a:bodyPr rtlCol="0" anchor="ctr" wrap="square" lIns="182880" rIns="182880" tIns="91440" bIns="91440">
              <a:noAutofit/>
            </a:bodyPr>
            <a:lstStyle/>
            <a:p>
              <a:pPr algn="ctr">
                <a:spcAft>
                  <a:spcPts val="0"/>
                </a:spcAft>
              </a:pPr>
              <a:r>
                <a:rPr sz="2400" b="1">
                  <a:solidFill>
                    <a:srgbClr val="FFFFFF"/>
                  </a:solidFill>
                  <a:latin typeface="+mn-lt"/>
                </a:rPr>
                <a:t>Wie schaffen wir das nebenbei, während wir Engineering machen?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Ein System, das uns kennt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17320"/>
            <a:ext cx="4480560" cy="3291840"/>
          </a:xfrm>
          <a:prstGeom prst="rect">
            <a:avLst/>
          </a:prstGeom>
          <a:noFill/>
        </p:spPr>
        <p:txBody>
          <a:bodyPr wrap="square" lIns="0" rIns="0" tIns="0" bIns="0" anchor="t">
            <a:noAutofit/>
          </a:bodyPr>
          <a:lstStyle/>
          <a:p>
            <a:pPr algn="l" marL="292608" indent="-292608">
              <a:spcAft>
                <a:spcPts val="1000"/>
              </a:spcAft>
              <a:buClr>
                <a:srgbClr val="5A6065"/>
              </a:buClr>
              <a:buFont typeface="Arial"/>
              <a:buChar char="•"/>
            </a:pPr>
            <a:r>
              <a:rPr sz="2000" b="0">
                <a:solidFill>
                  <a:srgbClr val="212427"/>
                </a:solidFill>
                <a:latin typeface="+mn-lt"/>
              </a:rPr>
              <a:t>Weiß, wie wir arbeiten</a:t>
            </a:r>
          </a:p>
          <a:p>
            <a:pPr algn="l" marL="292608" indent="-292608">
              <a:spcAft>
                <a:spcPts val="1000"/>
              </a:spcAft>
              <a:buClr>
                <a:srgbClr val="5A6065"/>
              </a:buClr>
              <a:buFont typeface="Arial"/>
              <a:buChar char="•"/>
            </a:pPr>
            <a:r>
              <a:rPr sz="2000" b="0">
                <a:solidFill>
                  <a:srgbClr val="212427"/>
                </a:solidFill>
                <a:latin typeface="+mn-lt"/>
              </a:rPr>
              <a:t>Weiß, wer wann welche Information braucht</a:t>
            </a:r>
          </a:p>
          <a:p>
            <a:pPr algn="l" marL="292608" indent="-292608">
              <a:spcAft>
                <a:spcPts val="1000"/>
              </a:spcAft>
              <a:buClr>
                <a:srgbClr val="5A6065"/>
              </a:buClr>
              <a:buFont typeface="Arial"/>
              <a:buChar char="•"/>
            </a:pPr>
            <a:r>
              <a:rPr sz="2000" b="0">
                <a:solidFill>
                  <a:srgbClr val="212427"/>
                </a:solidFill>
                <a:latin typeface="+mn-lt"/>
              </a:rPr>
              <a:t>Weiß, wann diese Information entsteht</a:t>
            </a:r>
          </a:p>
          <a:p>
            <a:pPr algn="l">
              <a:spcBef>
                <a:spcPts val="1800"/>
              </a:spcBef>
              <a:spcAft>
                <a:spcPts val="0"/>
              </a:spcAft>
            </a:pPr>
            <a:r>
              <a:rPr sz="2000" b="1">
                <a:solidFill>
                  <a:srgbClr val="212427"/>
                </a:solidFill>
                <a:latin typeface="+mn-lt"/>
              </a:rPr>
              <a:t>Heute:</a:t>
            </a:r>
          </a:p>
          <a:p>
            <a:pPr algn="l">
              <a:spcAft>
                <a:spcPts val="1000"/>
              </a:spcAft>
            </a:pPr>
            <a:r>
              <a:rPr sz="2000" b="1">
                <a:solidFill>
                  <a:srgbClr val="212427"/>
                </a:solidFill>
                <a:latin typeface="+mn-lt"/>
              </a:rPr>
              <a:t>sein Rückgrat, unser Wiki</a:t>
            </a:r>
          </a:p>
        </p:txBody>
      </p:sp>
      <p:cxnSp>
        <p:nvCxnSpPr>
          <p:cNvPr id="6" name="Connector 5"/>
          <p:cNvCxnSpPr/>
          <p:nvPr/>
        </p:nvCxnSpPr>
        <p:spPr>
          <a:xfrm>
            <a:off x="8549640" y="1444751"/>
            <a:ext cx="0" cy="1572769"/>
          </a:xfrm>
          <a:prstGeom prst="line">
            <a:avLst/>
          </a:prstGeom>
          <a:ln w="12700">
            <a:solidFill>
              <a:srgbClr val="ACB0B2"/>
            </a:solidFill>
          </a:ln>
        </p:spPr>
      </p:cxnSp>
      <p:cxnSp>
        <p:nvCxnSpPr>
          <p:cNvPr id="7" name="Connector 6"/>
          <p:cNvCxnSpPr/>
          <p:nvPr/>
        </p:nvCxnSpPr>
        <p:spPr>
          <a:xfrm flipH="1">
            <a:off x="8549640" y="2036915"/>
            <a:ext cx="1858757" cy="980605"/>
          </a:xfrm>
          <a:prstGeom prst="line">
            <a:avLst/>
          </a:prstGeom>
          <a:ln w="12700">
            <a:solidFill>
              <a:srgbClr val="ACB0B2"/>
            </a:solidFill>
          </a:ln>
        </p:spPr>
      </p:cxnSp>
      <p:cxnSp>
        <p:nvCxnSpPr>
          <p:cNvPr id="8" name="Connector 7"/>
          <p:cNvCxnSpPr/>
          <p:nvPr/>
        </p:nvCxnSpPr>
        <p:spPr>
          <a:xfrm flipH="1" flipV="1">
            <a:off x="8549640" y="3017520"/>
            <a:ext cx="2317832" cy="349973"/>
          </a:xfrm>
          <a:prstGeom prst="line">
            <a:avLst/>
          </a:prstGeom>
          <a:ln w="12700">
            <a:solidFill>
              <a:srgbClr val="ACB0B2"/>
            </a:solidFill>
          </a:ln>
        </p:spPr>
      </p:cxnSp>
      <p:cxnSp>
        <p:nvCxnSpPr>
          <p:cNvPr id="9" name="Connector 8"/>
          <p:cNvCxnSpPr/>
          <p:nvPr/>
        </p:nvCxnSpPr>
        <p:spPr>
          <a:xfrm flipH="1" flipV="1">
            <a:off x="8549640" y="3017520"/>
            <a:ext cx="1031532" cy="1417015"/>
          </a:xfrm>
          <a:prstGeom prst="line">
            <a:avLst/>
          </a:prstGeom>
          <a:ln w="12700">
            <a:solidFill>
              <a:srgbClr val="ACB0B2"/>
            </a:solidFill>
          </a:ln>
        </p:spPr>
      </p:cxnSp>
      <p:cxnSp>
        <p:nvCxnSpPr>
          <p:cNvPr id="10" name="Connector 9"/>
          <p:cNvCxnSpPr/>
          <p:nvPr/>
        </p:nvCxnSpPr>
        <p:spPr>
          <a:xfrm flipV="1">
            <a:off x="7518107" y="3017520"/>
            <a:ext cx="1031533" cy="1417015"/>
          </a:xfrm>
          <a:prstGeom prst="line">
            <a:avLst/>
          </a:prstGeom>
          <a:ln w="12700">
            <a:solidFill>
              <a:srgbClr val="ACB0B2"/>
            </a:solidFill>
          </a:ln>
        </p:spPr>
      </p:cxnSp>
      <p:cxnSp>
        <p:nvCxnSpPr>
          <p:cNvPr id="11" name="Connector 10"/>
          <p:cNvCxnSpPr/>
          <p:nvPr/>
        </p:nvCxnSpPr>
        <p:spPr>
          <a:xfrm flipV="1">
            <a:off x="6231807" y="3017520"/>
            <a:ext cx="2317833" cy="349973"/>
          </a:xfrm>
          <a:prstGeom prst="line">
            <a:avLst/>
          </a:prstGeom>
          <a:ln w="12700">
            <a:solidFill>
              <a:srgbClr val="ACB0B2"/>
            </a:solidFill>
          </a:ln>
        </p:spPr>
      </p:cxnSp>
      <p:cxnSp>
        <p:nvCxnSpPr>
          <p:cNvPr id="12" name="Connector 11"/>
          <p:cNvCxnSpPr/>
          <p:nvPr/>
        </p:nvCxnSpPr>
        <p:spPr>
          <a:xfrm>
            <a:off x="6690882" y="2036915"/>
            <a:ext cx="1858758" cy="980605"/>
          </a:xfrm>
          <a:prstGeom prst="line">
            <a:avLst/>
          </a:prstGeom>
          <a:ln w="12700">
            <a:solidFill>
              <a:srgbClr val="ACB0B2"/>
            </a:solidFill>
          </a:ln>
        </p:spPr>
      </p:cxnSp>
      <p:sp>
        <p:nvSpPr>
          <p:cNvPr id="13" name="Rounded Rectangle 12"/>
          <p:cNvSpPr/>
          <p:nvPr/>
        </p:nvSpPr>
        <p:spPr>
          <a:xfrm>
            <a:off x="7452360" y="1161287"/>
            <a:ext cx="2194560" cy="566928"/>
          </a:xfrm>
          <a:prstGeom prst="roundRect">
            <a:avLst>
              <a:gd name="adj" fmla="val 8000"/>
            </a:avLst>
          </a:prstGeom>
          <a:solidFill>
            <a:srgbClr val="5A6065"/>
          </a:solidFill>
          <a:ln>
            <a:noFill/>
          </a:ln>
          <a:effectLst/>
        </p:spPr>
        <p:txBody>
          <a:bodyPr rtlCol="0" anchor="ctr" wrap="square" lIns="45720" rIns="45720" tIns="22860" bIns="22860">
            <a:noAutofit/>
          </a:bodyPr>
          <a:lstStyle/>
          <a:p>
            <a:pPr algn="ctr">
              <a:spcAft>
                <a:spcPts val="0"/>
              </a:spcAft>
            </a:pPr>
            <a:r>
              <a:rPr sz="1300" b="1">
                <a:solidFill>
                  <a:srgbClr val="FFFFFF"/>
                </a:solidFill>
                <a:latin typeface="+mn-lt"/>
              </a:rPr>
              <a:t>PoCs bauen,</a:t>
            </a:r>
          </a:p>
          <a:p>
            <a:pPr algn="ctr">
              <a:spcAft>
                <a:spcPts val="0"/>
              </a:spcAft>
            </a:pPr>
            <a:r>
              <a:rPr sz="1300" b="1">
                <a:solidFill>
                  <a:srgbClr val="FFFFFF"/>
                </a:solidFill>
                <a:latin typeface="+mn-lt"/>
              </a:rPr>
              <a:t>Blueprints ableiten</a:t>
            </a:r>
          </a:p>
        </p:txBody>
      </p:sp>
      <p:sp>
        <p:nvSpPr>
          <p:cNvPr id="14" name="Rounded Rectangle 13"/>
          <p:cNvSpPr/>
          <p:nvPr/>
        </p:nvSpPr>
        <p:spPr>
          <a:xfrm>
            <a:off x="9539717" y="1753451"/>
            <a:ext cx="1737360" cy="566928"/>
          </a:xfrm>
          <a:prstGeom prst="roundRect">
            <a:avLst>
              <a:gd name="adj" fmla="val 8000"/>
            </a:avLst>
          </a:prstGeom>
          <a:solidFill>
            <a:srgbClr val="D6D7D8"/>
          </a:solidFill>
          <a:ln>
            <a:noFill/>
          </a:ln>
          <a:effectLst/>
        </p:spPr>
        <p:txBody>
          <a:bodyPr rtlCol="0" anchor="ctr" wrap="square" lIns="45720" rIns="45720" tIns="22860" bIns="22860">
            <a:noAutofit/>
          </a:bodyPr>
          <a:lstStyle/>
          <a:p>
            <a:pPr algn="ctr">
              <a:spcAft>
                <a:spcPts val="0"/>
              </a:spcAft>
            </a:pPr>
            <a:r>
              <a:rPr sz="1300" b="0">
                <a:solidFill>
                  <a:srgbClr val="212427"/>
                </a:solidFill>
                <a:latin typeface="+mn-lt"/>
              </a:rPr>
              <a:t>Protokolle</a:t>
            </a:r>
          </a:p>
          <a:p>
            <a:pPr algn="ctr">
              <a:spcAft>
                <a:spcPts val="0"/>
              </a:spcAft>
            </a:pPr>
            <a:r>
              <a:rPr sz="1300" b="0">
                <a:solidFill>
                  <a:srgbClr val="212427"/>
                </a:solidFill>
                <a:latin typeface="+mn-lt"/>
              </a:rPr>
              <a:t>schreiben</a:t>
            </a:r>
          </a:p>
        </p:txBody>
      </p:sp>
      <p:sp>
        <p:nvSpPr>
          <p:cNvPr id="15" name="Rounded Rectangle 14"/>
          <p:cNvSpPr/>
          <p:nvPr/>
        </p:nvSpPr>
        <p:spPr>
          <a:xfrm>
            <a:off x="9998792" y="3084029"/>
            <a:ext cx="1737360" cy="566928"/>
          </a:xfrm>
          <a:prstGeom prst="roundRect">
            <a:avLst>
              <a:gd name="adj" fmla="val 8000"/>
            </a:avLst>
          </a:prstGeom>
          <a:solidFill>
            <a:srgbClr val="D6D7D8"/>
          </a:solidFill>
          <a:ln>
            <a:noFill/>
          </a:ln>
          <a:effectLst/>
        </p:spPr>
        <p:txBody>
          <a:bodyPr rtlCol="0" anchor="ctr" wrap="square" lIns="45720" rIns="45720" tIns="22860" bIns="22860">
            <a:noAutofit/>
          </a:bodyPr>
          <a:lstStyle/>
          <a:p>
            <a:pPr algn="ctr">
              <a:spcAft>
                <a:spcPts val="0"/>
              </a:spcAft>
            </a:pPr>
            <a:r>
              <a:rPr sz="1300" b="0">
                <a:solidFill>
                  <a:srgbClr val="212427"/>
                </a:solidFill>
                <a:latin typeface="+mn-lt"/>
              </a:rPr>
              <a:t>Veranstaltungen</a:t>
            </a:r>
          </a:p>
          <a:p>
            <a:pPr algn="ctr">
              <a:spcAft>
                <a:spcPts val="0"/>
              </a:spcAft>
            </a:pPr>
            <a:r>
              <a:rPr sz="1300" b="0">
                <a:solidFill>
                  <a:srgbClr val="212427"/>
                </a:solidFill>
                <a:latin typeface="+mn-lt"/>
              </a:rPr>
              <a:t>organisieren</a:t>
            </a:r>
          </a:p>
        </p:txBody>
      </p:sp>
      <p:sp>
        <p:nvSpPr>
          <p:cNvPr id="16" name="Rounded Rectangle 15"/>
          <p:cNvSpPr/>
          <p:nvPr/>
        </p:nvSpPr>
        <p:spPr>
          <a:xfrm>
            <a:off x="8712492" y="4151071"/>
            <a:ext cx="1737360" cy="566928"/>
          </a:xfrm>
          <a:prstGeom prst="roundRect">
            <a:avLst>
              <a:gd name="adj" fmla="val 8000"/>
            </a:avLst>
          </a:prstGeom>
          <a:solidFill>
            <a:srgbClr val="D6D7D8"/>
          </a:solidFill>
          <a:ln>
            <a:noFill/>
          </a:ln>
          <a:effectLst/>
        </p:spPr>
        <p:txBody>
          <a:bodyPr rtlCol="0" anchor="ctr" wrap="square" lIns="45720" rIns="45720" tIns="22860" bIns="22860">
            <a:noAutofit/>
          </a:bodyPr>
          <a:lstStyle/>
          <a:p>
            <a:pPr algn="ctr">
              <a:spcAft>
                <a:spcPts val="0"/>
              </a:spcAft>
            </a:pPr>
            <a:r>
              <a:rPr sz="1300" b="0">
                <a:solidFill>
                  <a:srgbClr val="212427"/>
                </a:solidFill>
                <a:latin typeface="+mn-lt"/>
              </a:rPr>
              <a:t>Workshops geben</a:t>
            </a:r>
          </a:p>
        </p:txBody>
      </p:sp>
      <p:sp>
        <p:nvSpPr>
          <p:cNvPr id="17" name="Rounded Rectangle 16"/>
          <p:cNvSpPr/>
          <p:nvPr/>
        </p:nvSpPr>
        <p:spPr>
          <a:xfrm>
            <a:off x="6649427" y="4151071"/>
            <a:ext cx="1737360" cy="566928"/>
          </a:xfrm>
          <a:prstGeom prst="roundRect">
            <a:avLst>
              <a:gd name="adj" fmla="val 8000"/>
            </a:avLst>
          </a:prstGeom>
          <a:solidFill>
            <a:srgbClr val="D6D7D8"/>
          </a:solidFill>
          <a:ln>
            <a:noFill/>
          </a:ln>
          <a:effectLst/>
        </p:spPr>
        <p:txBody>
          <a:bodyPr rtlCol="0" anchor="ctr" wrap="square" lIns="45720" rIns="45720" tIns="22860" bIns="22860">
            <a:noAutofit/>
          </a:bodyPr>
          <a:lstStyle/>
          <a:p>
            <a:pPr algn="ctr">
              <a:spcAft>
                <a:spcPts val="0"/>
              </a:spcAft>
            </a:pPr>
            <a:r>
              <a:rPr sz="1300" b="0">
                <a:solidFill>
                  <a:srgbClr val="212427"/>
                </a:solidFill>
                <a:latin typeface="+mn-lt"/>
              </a:rPr>
              <a:t>Lehre</a:t>
            </a:r>
          </a:p>
        </p:txBody>
      </p:sp>
      <p:sp>
        <p:nvSpPr>
          <p:cNvPr id="18" name="Rounded Rectangle 17"/>
          <p:cNvSpPr/>
          <p:nvPr/>
        </p:nvSpPr>
        <p:spPr>
          <a:xfrm>
            <a:off x="5363127" y="3084029"/>
            <a:ext cx="1737360" cy="566928"/>
          </a:xfrm>
          <a:prstGeom prst="roundRect">
            <a:avLst>
              <a:gd name="adj" fmla="val 8000"/>
            </a:avLst>
          </a:prstGeom>
          <a:solidFill>
            <a:srgbClr val="D6D7D8"/>
          </a:solidFill>
          <a:ln>
            <a:noFill/>
          </a:ln>
          <a:effectLst/>
        </p:spPr>
        <p:txBody>
          <a:bodyPr rtlCol="0" anchor="ctr" wrap="square" lIns="45720" rIns="45720" tIns="22860" bIns="22860">
            <a:noAutofit/>
          </a:bodyPr>
          <a:lstStyle/>
          <a:p>
            <a:pPr algn="ctr">
              <a:spcAft>
                <a:spcPts val="0"/>
              </a:spcAft>
            </a:pPr>
            <a:r>
              <a:rPr sz="1300" b="0">
                <a:solidFill>
                  <a:srgbClr val="212427"/>
                </a:solidFill>
                <a:latin typeface="+mn-lt"/>
              </a:rPr>
              <a:t>Vorträge auf</a:t>
            </a:r>
          </a:p>
          <a:p>
            <a:pPr algn="ctr">
              <a:spcAft>
                <a:spcPts val="0"/>
              </a:spcAft>
            </a:pPr>
            <a:r>
              <a:rPr sz="1300" b="0">
                <a:solidFill>
                  <a:srgbClr val="212427"/>
                </a:solidFill>
                <a:latin typeface="+mn-lt"/>
              </a:rPr>
              <a:t>Einladung</a:t>
            </a:r>
          </a:p>
        </p:txBody>
      </p:sp>
      <p:sp>
        <p:nvSpPr>
          <p:cNvPr id="19" name="Rounded Rectangle 18"/>
          <p:cNvSpPr/>
          <p:nvPr/>
        </p:nvSpPr>
        <p:spPr>
          <a:xfrm>
            <a:off x="5822202" y="1753451"/>
            <a:ext cx="1737360" cy="566928"/>
          </a:xfrm>
          <a:prstGeom prst="roundRect">
            <a:avLst>
              <a:gd name="adj" fmla="val 8000"/>
            </a:avLst>
          </a:prstGeom>
          <a:solidFill>
            <a:srgbClr val="D6D7D8"/>
          </a:solidFill>
          <a:ln>
            <a:noFill/>
          </a:ln>
          <a:effectLst/>
        </p:spPr>
        <p:txBody>
          <a:bodyPr rtlCol="0" anchor="ctr" wrap="square" lIns="45720" rIns="45720" tIns="22860" bIns="22860">
            <a:noAutofit/>
          </a:bodyPr>
          <a:lstStyle/>
          <a:p>
            <a:pPr algn="ctr">
              <a:spcAft>
                <a:spcPts val="0"/>
              </a:spcAft>
            </a:pPr>
            <a:r>
              <a:rPr sz="1300" b="0">
                <a:solidFill>
                  <a:srgbClr val="212427"/>
                </a:solidFill>
                <a:latin typeface="+mn-lt"/>
              </a:rPr>
              <a:t>Beratung in</a:t>
            </a:r>
          </a:p>
          <a:p>
            <a:pPr algn="ctr">
              <a:spcAft>
                <a:spcPts val="0"/>
              </a:spcAft>
            </a:pPr>
            <a:r>
              <a:rPr sz="1300" b="0">
                <a:solidFill>
                  <a:srgbClr val="212427"/>
                </a:solidFill>
                <a:latin typeface="+mn-lt"/>
              </a:rPr>
              <a:t>Sprechstunden</a:t>
            </a:r>
          </a:p>
        </p:txBody>
      </p:sp>
      <p:sp>
        <p:nvSpPr>
          <p:cNvPr id="20" name="Rectangle 19"/>
          <p:cNvSpPr/>
          <p:nvPr/>
        </p:nvSpPr>
        <p:spPr>
          <a:xfrm>
            <a:off x="7818119" y="2688336"/>
            <a:ext cx="1463040" cy="658368"/>
          </a:xfrm>
          <a:prstGeom prst="rect">
            <a:avLst/>
          </a:prstGeom>
          <a:solidFill>
            <a:srgbClr val="212427"/>
          </a:solidFill>
          <a:ln>
            <a:noFill/>
          </a:ln>
          <a:effectLst/>
        </p:spPr>
        <p:txBody>
          <a:bodyPr rtlCol="0" anchor="ctr" wrap="square" lIns="109728" rIns="109728" tIns="54864" bIns="54864">
            <a:noAutofit/>
          </a:bodyPr>
          <a:lstStyle/>
          <a:p>
            <a:pPr algn="ctr">
              <a:spcAft>
                <a:spcPts val="0"/>
              </a:spcAft>
            </a:pPr>
            <a:r>
              <a:rPr sz="2000" b="1">
                <a:solidFill>
                  <a:srgbClr val="FFFFFF"/>
                </a:solidFill>
                <a:latin typeface="+mn-lt"/>
              </a:rPr>
              <a:t>Wiki</a:t>
            </a:r>
          </a:p>
        </p:txBody>
      </p:sp>
      <p:sp>
        <p:nvSpPr>
          <p:cNvPr id="21" name="Rectangle 20"/>
          <p:cNvSpPr/>
          <p:nvPr/>
        </p:nvSpPr>
        <p:spPr>
          <a:xfrm>
            <a:off x="704088" y="5074920"/>
            <a:ext cx="3370619" cy="411480"/>
          </a:xfrm>
          <a:prstGeom prst="rect">
            <a:avLst/>
          </a:prstGeom>
          <a:solidFill>
            <a:srgbClr val="B1063A"/>
          </a:solidFill>
          <a:ln>
            <a:noFill/>
          </a:ln>
          <a:effectLst/>
        </p:spPr>
        <p:txBody>
          <a:bodyPr rtlCol="0" anchor="ctr" wrap="square" lIns="45720" rIns="45720" tIns="22860" bIns="22860">
            <a:noAutofit/>
          </a:bodyPr>
          <a:lstStyle/>
          <a:p>
            <a:pPr algn="ctr">
              <a:spcAft>
                <a:spcPts val="0"/>
              </a:spcAft>
            </a:pPr>
            <a:r>
              <a:rPr sz="1400" b="1">
                <a:solidFill>
                  <a:srgbClr val="FFFFFF"/>
                </a:solidFill>
                <a:latin typeface="+mn-lt"/>
              </a:rPr>
              <a:t>20 min Input</a:t>
            </a:r>
          </a:p>
        </p:txBody>
      </p:sp>
      <p:sp>
        <p:nvSpPr>
          <p:cNvPr id="22" name="Rectangle 21"/>
          <p:cNvSpPr/>
          <p:nvPr/>
        </p:nvSpPr>
        <p:spPr>
          <a:xfrm>
            <a:off x="4129571" y="5074920"/>
            <a:ext cx="2527964" cy="411480"/>
          </a:xfrm>
          <a:prstGeom prst="rect">
            <a:avLst/>
          </a:prstGeom>
          <a:noFill/>
          <a:ln w="12700">
            <a:solidFill>
              <a:srgbClr val="ACB0B2"/>
            </a:solidFill>
          </a:ln>
          <a:effectLst/>
        </p:spPr>
        <p:txBody>
          <a:bodyPr rtlCol="0" anchor="ctr" wrap="square" lIns="45720" rIns="45720" tIns="22860" bIns="22860">
            <a:noAutofit/>
          </a:bodyPr>
          <a:lstStyle/>
          <a:p>
            <a:pPr algn="ctr">
              <a:spcAft>
                <a:spcPts val="0"/>
              </a:spcAft>
            </a:pPr>
            <a:r>
              <a:rPr sz="1400" b="0">
                <a:solidFill>
                  <a:srgbClr val="212427"/>
                </a:solidFill>
                <a:latin typeface="+mn-lt"/>
              </a:rPr>
              <a:t>15 min Live-Demo</a:t>
            </a:r>
          </a:p>
        </p:txBody>
      </p:sp>
      <p:sp>
        <p:nvSpPr>
          <p:cNvPr id="23" name="Rectangle 22"/>
          <p:cNvSpPr/>
          <p:nvPr/>
        </p:nvSpPr>
        <p:spPr>
          <a:xfrm>
            <a:off x="6712399" y="5074920"/>
            <a:ext cx="5055928" cy="411480"/>
          </a:xfrm>
          <a:prstGeom prst="rect">
            <a:avLst/>
          </a:prstGeom>
          <a:noFill/>
          <a:ln w="12700">
            <a:solidFill>
              <a:srgbClr val="ACB0B2"/>
            </a:solidFill>
          </a:ln>
          <a:effectLst/>
        </p:spPr>
        <p:txBody>
          <a:bodyPr rtlCol="0" anchor="ctr" wrap="square" lIns="45720" rIns="45720" tIns="22860" bIns="22860">
            <a:noAutofit/>
          </a:bodyPr>
          <a:lstStyle/>
          <a:p>
            <a:pPr algn="ctr">
              <a:spcAft>
                <a:spcPts val="0"/>
              </a:spcAft>
            </a:pPr>
            <a:r>
              <a:rPr sz="1400" b="0">
                <a:solidFill>
                  <a:srgbClr val="212427"/>
                </a:solidFill>
                <a:latin typeface="+mn-lt"/>
              </a:rPr>
              <a:t>30 min Gespräche in Dreiergruppen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Wie pflegen wir das Rückgrat ohne Overhead?</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Rounded Rectangle 4"/>
          <p:cNvSpPr/>
          <p:nvPr/>
        </p:nvSpPr>
        <p:spPr>
          <a:xfrm>
            <a:off x="704088" y="1371600"/>
            <a:ext cx="3429000" cy="3108960"/>
          </a:xfrm>
          <a:prstGeom prst="roundRect">
            <a:avLst>
              <a:gd name="adj" fmla="val 2000"/>
            </a:avLst>
          </a:prstGeom>
          <a:noFill/>
          <a:ln w="12700">
            <a:solidFill>
              <a:srgbClr val="D6D7D8"/>
            </a:solidFill>
          </a:ln>
          <a:effectLst/>
        </p:spPr>
        <p:txBody>
          <a:bodyPr rtlCol="0" anchor="ctr" wrap="square" lIns="109728" rIns="109728" tIns="54864" bIns="54864">
            <a:noAutofit/>
          </a:bodyPr>
          <a:lstStyle/>
          <a:p>
            <a:pPr algn="ctr"/>
          </a:p>
        </p:txBody>
      </p:sp>
      <p:sp>
        <p:nvSpPr>
          <p:cNvPr id="6" name="TextBox 5"/>
          <p:cNvSpPr txBox="1"/>
          <p:nvPr/>
        </p:nvSpPr>
        <p:spPr>
          <a:xfrm>
            <a:off x="978408" y="1600200"/>
            <a:ext cx="2880360" cy="457200"/>
          </a:xfrm>
          <a:prstGeom prst="rect">
            <a:avLst/>
          </a:prstGeom>
          <a:noFill/>
        </p:spPr>
        <p:txBody>
          <a:bodyPr wrap="square" lIns="0" rIns="0" tIns="0" bIns="0" anchor="t">
            <a:noAutofit/>
          </a:bodyPr>
          <a:lstStyle/>
          <a:p>
            <a:pPr algn="l">
              <a:spcAft>
                <a:spcPts val="600"/>
              </a:spcAft>
            </a:pPr>
            <a:r>
              <a:rPr sz="2000" b="1">
                <a:solidFill>
                  <a:srgbClr val="212427"/>
                </a:solidFill>
                <a:latin typeface="+mn-lt"/>
              </a:rPr>
              <a:t>Wiki von Hand</a:t>
            </a:r>
          </a:p>
        </p:txBody>
      </p:sp>
      <p:cxnSp>
        <p:nvCxnSpPr>
          <p:cNvPr id="7" name="Connector 6"/>
          <p:cNvCxnSpPr/>
          <p:nvPr/>
        </p:nvCxnSpPr>
        <p:spPr>
          <a:xfrm>
            <a:off x="978408" y="2148840"/>
            <a:ext cx="2880360" cy="0"/>
          </a:xfrm>
          <a:prstGeom prst="line">
            <a:avLst/>
          </a:prstGeom>
          <a:ln w="12700">
            <a:solidFill>
              <a:srgbClr val="D6D7D8"/>
            </a:solidFill>
          </a:ln>
        </p:spPr>
      </p:cxnSp>
      <p:sp>
        <p:nvSpPr>
          <p:cNvPr id="8" name="TextBox 7"/>
          <p:cNvSpPr txBox="1"/>
          <p:nvPr/>
        </p:nvSpPr>
        <p:spPr>
          <a:xfrm>
            <a:off x="978408" y="2331720"/>
            <a:ext cx="2880360" cy="2011680"/>
          </a:xfrm>
          <a:prstGeom prst="rect">
            <a:avLst/>
          </a:prstGeom>
          <a:noFill/>
        </p:spPr>
        <p:txBody>
          <a:bodyPr wrap="square" lIns="0" rIns="0" tIns="0" bIns="0" anchor="t">
            <a:noAutofit/>
          </a:bodyPr>
          <a:lstStyle/>
          <a:p>
            <a:pPr algn="l" marL="292608" indent="-292608">
              <a:spcAft>
                <a:spcPts val="800"/>
              </a:spcAft>
              <a:buClr>
                <a:srgbClr val="5A6065"/>
              </a:buClr>
              <a:buFont typeface="Arial"/>
              <a:buChar char="•"/>
            </a:pPr>
            <a:r>
              <a:rPr sz="1700" b="0">
                <a:solidFill>
                  <a:srgbClr val="212427"/>
                </a:solidFill>
                <a:latin typeface="+mn-lt"/>
              </a:rPr>
              <a:t>Menschen schreiben Seiten</a:t>
            </a:r>
          </a:p>
          <a:p>
            <a:pPr algn="l" marL="292608" indent="-292608">
              <a:spcAft>
                <a:spcPts val="800"/>
              </a:spcAft>
              <a:buClr>
                <a:srgbClr val="5A6065"/>
              </a:buClr>
              <a:buFont typeface="Arial"/>
              <a:buChar char="•"/>
            </a:pPr>
            <a:r>
              <a:rPr sz="1700" b="0">
                <a:solidFill>
                  <a:srgbClr val="212427"/>
                </a:solidFill>
                <a:latin typeface="+mn-lt"/>
              </a:rPr>
              <a:t>Kostet Zeit</a:t>
            </a:r>
          </a:p>
          <a:p>
            <a:pPr algn="l" marL="292608" indent="-292608">
              <a:spcAft>
                <a:spcPts val="800"/>
              </a:spcAft>
              <a:buClr>
                <a:srgbClr val="5A6065"/>
              </a:buClr>
              <a:buFont typeface="Arial"/>
              <a:buChar char="•"/>
            </a:pPr>
            <a:r>
              <a:rPr sz="1700" b="0">
                <a:solidFill>
                  <a:srgbClr val="212427"/>
                </a:solidFill>
                <a:latin typeface="+mn-lt"/>
              </a:rPr>
              <a:t>Seiten veralten</a:t>
            </a:r>
          </a:p>
        </p:txBody>
      </p:sp>
      <p:sp>
        <p:nvSpPr>
          <p:cNvPr id="9" name="Rounded Rectangle 8"/>
          <p:cNvSpPr/>
          <p:nvPr/>
        </p:nvSpPr>
        <p:spPr>
          <a:xfrm>
            <a:off x="4521708" y="1371600"/>
            <a:ext cx="3429000" cy="3108960"/>
          </a:xfrm>
          <a:prstGeom prst="roundRect">
            <a:avLst>
              <a:gd name="adj" fmla="val 2000"/>
            </a:avLst>
          </a:prstGeom>
          <a:noFill/>
          <a:ln w="12700">
            <a:solidFill>
              <a:srgbClr val="D6D7D8"/>
            </a:solidFill>
          </a:ln>
          <a:effectLst/>
        </p:spPr>
        <p:txBody>
          <a:bodyPr rtlCol="0" anchor="ctr" wrap="square" lIns="109728" rIns="109728" tIns="54864" bIns="54864">
            <a:noAutofit/>
          </a:bodyPr>
          <a:lstStyle/>
          <a:p>
            <a:pPr algn="ctr"/>
          </a:p>
        </p:txBody>
      </p:sp>
      <p:sp>
        <p:nvSpPr>
          <p:cNvPr id="10" name="TextBox 9"/>
          <p:cNvSpPr txBox="1"/>
          <p:nvPr/>
        </p:nvSpPr>
        <p:spPr>
          <a:xfrm>
            <a:off x="4796028" y="1600200"/>
            <a:ext cx="2880360" cy="457200"/>
          </a:xfrm>
          <a:prstGeom prst="rect">
            <a:avLst/>
          </a:prstGeom>
          <a:noFill/>
        </p:spPr>
        <p:txBody>
          <a:bodyPr wrap="square" lIns="0" rIns="0" tIns="0" bIns="0" anchor="t">
            <a:noAutofit/>
          </a:bodyPr>
          <a:lstStyle/>
          <a:p>
            <a:pPr algn="l">
              <a:spcAft>
                <a:spcPts val="600"/>
              </a:spcAft>
            </a:pPr>
            <a:r>
              <a:rPr sz="2000" b="1">
                <a:solidFill>
                  <a:srgbClr val="212427"/>
                </a:solidFill>
                <a:latin typeface="+mn-lt"/>
              </a:rPr>
              <a:t>RAG</a:t>
            </a:r>
          </a:p>
        </p:txBody>
      </p:sp>
      <p:cxnSp>
        <p:nvCxnSpPr>
          <p:cNvPr id="11" name="Connector 10"/>
          <p:cNvCxnSpPr/>
          <p:nvPr/>
        </p:nvCxnSpPr>
        <p:spPr>
          <a:xfrm>
            <a:off x="4796028" y="2148840"/>
            <a:ext cx="2880360" cy="0"/>
          </a:xfrm>
          <a:prstGeom prst="line">
            <a:avLst/>
          </a:prstGeom>
          <a:ln w="12700">
            <a:solidFill>
              <a:srgbClr val="D6D7D8"/>
            </a:solidFill>
          </a:ln>
        </p:spPr>
      </p:cxnSp>
      <p:sp>
        <p:nvSpPr>
          <p:cNvPr id="12" name="TextBox 11"/>
          <p:cNvSpPr txBox="1"/>
          <p:nvPr/>
        </p:nvSpPr>
        <p:spPr>
          <a:xfrm>
            <a:off x="4796028" y="2331720"/>
            <a:ext cx="2880360" cy="2011680"/>
          </a:xfrm>
          <a:prstGeom prst="rect">
            <a:avLst/>
          </a:prstGeom>
          <a:noFill/>
        </p:spPr>
        <p:txBody>
          <a:bodyPr wrap="square" lIns="0" rIns="0" tIns="0" bIns="0" anchor="t">
            <a:noAutofit/>
          </a:bodyPr>
          <a:lstStyle/>
          <a:p>
            <a:pPr algn="l" marL="292608" indent="-292608">
              <a:spcAft>
                <a:spcPts val="800"/>
              </a:spcAft>
              <a:buClr>
                <a:srgbClr val="5A6065"/>
              </a:buClr>
              <a:buFont typeface="Arial"/>
              <a:buChar char="•"/>
            </a:pPr>
            <a:r>
              <a:rPr sz="1700" b="0">
                <a:solidFill>
                  <a:srgbClr val="212427"/>
                </a:solidFill>
                <a:latin typeface="+mn-lt"/>
              </a:rPr>
              <a:t>Niemand pflegt</a:t>
            </a:r>
          </a:p>
          <a:p>
            <a:pPr algn="l" marL="292608" indent="-292608">
              <a:spcAft>
                <a:spcPts val="800"/>
              </a:spcAft>
              <a:buClr>
                <a:srgbClr val="5A6065"/>
              </a:buClr>
              <a:buFont typeface="Arial"/>
              <a:buChar char="•"/>
            </a:pPr>
            <a:r>
              <a:rPr sz="1700" b="0">
                <a:solidFill>
                  <a:srgbClr val="212427"/>
                </a:solidFill>
                <a:latin typeface="+mn-lt"/>
              </a:rPr>
              <a:t>Bei jeder Frage passende Ausschnitte aus den Rohdokumenten suchen</a:t>
            </a:r>
          </a:p>
        </p:txBody>
      </p:sp>
      <p:sp>
        <p:nvSpPr>
          <p:cNvPr id="13" name="Rounded Rectangle 12"/>
          <p:cNvSpPr/>
          <p:nvPr/>
        </p:nvSpPr>
        <p:spPr>
          <a:xfrm>
            <a:off x="8339327" y="1371600"/>
            <a:ext cx="3429000" cy="3108960"/>
          </a:xfrm>
          <a:prstGeom prst="roundRect">
            <a:avLst>
              <a:gd name="adj" fmla="val 2000"/>
            </a:avLst>
          </a:prstGeom>
          <a:noFill/>
          <a:ln w="19050">
            <a:solidFill>
              <a:srgbClr val="B1063A"/>
            </a:solidFill>
          </a:ln>
          <a:effectLst/>
        </p:spPr>
        <p:txBody>
          <a:bodyPr rtlCol="0" anchor="ctr" wrap="square" lIns="109728" rIns="109728" tIns="54864" bIns="54864">
            <a:noAutofit/>
          </a:bodyPr>
          <a:lstStyle/>
          <a:p>
            <a:pPr algn="ctr"/>
          </a:p>
        </p:txBody>
      </p:sp>
      <p:sp>
        <p:nvSpPr>
          <p:cNvPr id="14" name="TextBox 13"/>
          <p:cNvSpPr txBox="1"/>
          <p:nvPr/>
        </p:nvSpPr>
        <p:spPr>
          <a:xfrm>
            <a:off x="8613648" y="1600200"/>
            <a:ext cx="2880360" cy="457200"/>
          </a:xfrm>
          <a:prstGeom prst="rect">
            <a:avLst/>
          </a:prstGeom>
          <a:noFill/>
        </p:spPr>
        <p:txBody>
          <a:bodyPr wrap="square" lIns="0" rIns="0" tIns="0" bIns="0" anchor="t">
            <a:noAutofit/>
          </a:bodyPr>
          <a:lstStyle/>
          <a:p>
            <a:pPr algn="l">
              <a:spcAft>
                <a:spcPts val="600"/>
              </a:spcAft>
            </a:pPr>
            <a:r>
              <a:rPr sz="2000" b="1">
                <a:solidFill>
                  <a:srgbClr val="B1063A"/>
                </a:solidFill>
                <a:latin typeface="+mn-lt"/>
              </a:rPr>
              <a:t>LLM-Wiki</a:t>
            </a:r>
          </a:p>
        </p:txBody>
      </p:sp>
      <p:cxnSp>
        <p:nvCxnSpPr>
          <p:cNvPr id="15" name="Connector 14"/>
          <p:cNvCxnSpPr/>
          <p:nvPr/>
        </p:nvCxnSpPr>
        <p:spPr>
          <a:xfrm>
            <a:off x="8613648" y="2148840"/>
            <a:ext cx="2880359" cy="0"/>
          </a:xfrm>
          <a:prstGeom prst="line">
            <a:avLst/>
          </a:prstGeom>
          <a:ln w="12700">
            <a:solidFill>
              <a:srgbClr val="D6D7D8"/>
            </a:solidFill>
          </a:ln>
        </p:spPr>
      </p:cxnSp>
      <p:sp>
        <p:nvSpPr>
          <p:cNvPr id="16" name="TextBox 15"/>
          <p:cNvSpPr txBox="1"/>
          <p:nvPr/>
        </p:nvSpPr>
        <p:spPr>
          <a:xfrm>
            <a:off x="8613648" y="2331720"/>
            <a:ext cx="2880360" cy="2011680"/>
          </a:xfrm>
          <a:prstGeom prst="rect">
            <a:avLst/>
          </a:prstGeom>
          <a:noFill/>
        </p:spPr>
        <p:txBody>
          <a:bodyPr wrap="square" lIns="0" rIns="0" tIns="0" bIns="0" anchor="t">
            <a:noAutofit/>
          </a:bodyPr>
          <a:lstStyle/>
          <a:p>
            <a:pPr algn="l" marL="292608" indent="-292608">
              <a:spcAft>
                <a:spcPts val="800"/>
              </a:spcAft>
              <a:buClr>
                <a:srgbClr val="5A6065"/>
              </a:buClr>
              <a:buFont typeface="Arial"/>
              <a:buChar char="•"/>
            </a:pPr>
            <a:r>
              <a:rPr sz="1700" b="0">
                <a:solidFill>
                  <a:srgbClr val="212427"/>
                </a:solidFill>
                <a:latin typeface="+mn-lt"/>
              </a:rPr>
              <a:t>KI liest jede Quelle einmal</a:t>
            </a:r>
          </a:p>
          <a:p>
            <a:pPr algn="l" marL="292608" indent="-292608">
              <a:spcAft>
                <a:spcPts val="800"/>
              </a:spcAft>
              <a:buClr>
                <a:srgbClr val="5A6065"/>
              </a:buClr>
              <a:buFont typeface="Arial"/>
              <a:buChar char="•"/>
            </a:pPr>
            <a:r>
              <a:rPr sz="1700" b="0">
                <a:solidFill>
                  <a:srgbClr val="212427"/>
                </a:solidFill>
                <a:latin typeface="+mn-lt"/>
              </a:rPr>
              <a:t>Schreibt und pflegt Seiten</a:t>
            </a:r>
          </a:p>
          <a:p>
            <a:pPr algn="l" marL="292608" indent="-292608">
              <a:spcAft>
                <a:spcPts val="800"/>
              </a:spcAft>
              <a:buClr>
                <a:srgbClr val="5A6065"/>
              </a:buClr>
              <a:buFont typeface="Arial"/>
              <a:buChar char="•"/>
            </a:pPr>
            <a:r>
              <a:rPr sz="1700" b="0">
                <a:solidFill>
                  <a:srgbClr val="212427"/>
                </a:solidFill>
                <a:latin typeface="+mn-lt"/>
              </a:rPr>
              <a:t>Menschen geben frei</a:t>
            </a:r>
          </a:p>
        </p:txBody>
      </p:sp>
      <p:sp>
        <p:nvSpPr>
          <p:cNvPr id="17" name="Rounded Rectangle 16"/>
          <p:cNvSpPr/>
          <p:nvPr/>
        </p:nvSpPr>
        <p:spPr>
          <a:xfrm>
            <a:off x="704088" y="4754880"/>
            <a:ext cx="11064240" cy="685800"/>
          </a:xfrm>
          <a:prstGeom prst="roundRect">
            <a:avLst>
              <a:gd name="adj" fmla="val 5000"/>
            </a:avLst>
          </a:prstGeom>
          <a:solidFill>
            <a:srgbClr val="FDE9BF"/>
          </a:solidFill>
          <a:ln>
            <a:noFill/>
          </a:ln>
          <a:effectLst/>
        </p:spPr>
        <p:txBody>
          <a:bodyPr rtlCol="0" anchor="ctr" wrap="square" lIns="274320" rIns="274320" tIns="137160" bIns="137160">
            <a:noAutofit/>
          </a:bodyPr>
          <a:lstStyle/>
          <a:p>
            <a:pPr algn="l">
              <a:spcAft>
                <a:spcPts val="0"/>
              </a:spcAft>
            </a:pPr>
            <a:r>
              <a:rPr sz="1800" b="1">
                <a:solidFill>
                  <a:srgbClr val="212427"/>
                </a:solidFill>
                <a:latin typeface="+mn-lt"/>
              </a:rPr>
              <a:t>Handzeichen: </a:t>
            </a:r>
            <a:r>
              <a:rPr sz="1800" b="0">
                <a:solidFill>
                  <a:srgbClr val="212427"/>
                </a:solidFill>
                <a:latin typeface="+mn-lt"/>
              </a:rPr>
              <a:t>Wer hat schon über RAG für die eigene Teamablage nachgedacht?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Das KISZ-Wiki: drei Schichten</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pic>
        <p:nvPicPr>
          <p:cNvPr id="5" name="Picture 4" descr="fig-layers.png"/>
          <p:cNvPicPr>
            <a:picLocks noChangeAspect="1"/>
          </p:cNvPicPr>
          <p:nvPr/>
        </p:nvPicPr>
        <p:blipFill>
          <a:blip r:embed="rId2"/>
          <a:stretch>
            <a:fillRect/>
          </a:stretch>
        </p:blipFill>
        <p:spPr>
          <a:xfrm>
            <a:off x="704088" y="1325880"/>
            <a:ext cx="11064240" cy="4114800"/>
          </a:xfrm>
          <a:prstGeom prst="rect">
            <a:avLst/>
          </a:prstGeom>
        </p:spPr>
      </p:pic>
      <p:sp>
        <p:nvSpPr>
          <p:cNvPr id="6" name="TextBox 5"/>
          <p:cNvSpPr txBox="1"/>
          <p:nvPr/>
        </p:nvSpPr>
        <p:spPr>
          <a:xfrm>
            <a:off x="6281928" y="5577840"/>
            <a:ext cx="5486400" cy="320040"/>
          </a:xfrm>
          <a:prstGeom prst="rect">
            <a:avLst/>
          </a:prstGeom>
          <a:noFill/>
        </p:spPr>
        <p:txBody>
          <a:bodyPr wrap="square" lIns="0" rIns="0" tIns="0" bIns="0" anchor="t">
            <a:noAutofit/>
          </a:bodyPr>
          <a:lstStyle/>
          <a:p>
            <a:pPr algn="r">
              <a:spcAft>
                <a:spcPts val="0"/>
              </a:spcAft>
            </a:pPr>
            <a:r>
              <a:rPr sz="1200" b="0">
                <a:solidFill>
                  <a:srgbClr val="5A6065"/>
                </a:solidFill>
                <a:latin typeface="+mn-lt"/>
              </a:rPr>
              <a:t>Idee: Andrej Karpathy, </a:t>
            </a:r>
            <a:r>
              <a:rPr sz="1200" b="0">
                <a:solidFill>
                  <a:srgbClr val="5A6065"/>
                </a:solidFill>
                <a:latin typeface="+mn-lt"/>
                <a:hlinkClick r:id="rId3">
                  <a:extLst>
                    <a:ext uri="{A12FA001-AC4F-418D-AE19-62706E023703}">
                      <ahyp:hlinkClr xmlns:ahyp="http://schemas.microsoft.com/office/drawing/2018/hyperlinkcolor" val="tx"/>
                    </a:ext>
                  </a:extLst>
                </a:hlinkClick>
              </a:rPr>
              <a:t>"LLM Wiki"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So beantwortet die KI eine Frage</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Rounded Rectangle 4"/>
          <p:cNvSpPr/>
          <p:nvPr/>
        </p:nvSpPr>
        <p:spPr>
          <a:xfrm>
            <a:off x="704088" y="1371600"/>
            <a:ext cx="2697480" cy="1463040"/>
          </a:xfrm>
          <a:prstGeom prst="roundRect">
            <a:avLst>
              <a:gd name="adj" fmla="val 4000"/>
            </a:avLst>
          </a:prstGeom>
          <a:solidFill>
            <a:srgbClr val="FDE9BF"/>
          </a:solidFill>
          <a:ln>
            <a:noFill/>
          </a:ln>
          <a:effectLst/>
        </p:spPr>
        <p:txBody>
          <a:bodyPr rtlCol="0" anchor="ctr" wrap="square" lIns="164592" rIns="164592" tIns="82296" bIns="82296">
            <a:noAutofit/>
          </a:bodyPr>
          <a:lstStyle/>
          <a:p>
            <a:pPr algn="l">
              <a:spcAft>
                <a:spcPts val="400"/>
              </a:spcAft>
            </a:pPr>
            <a:r>
              <a:rPr sz="1400" b="0">
                <a:solidFill>
                  <a:srgbClr val="5A6065"/>
                </a:solidFill>
                <a:latin typeface="+mn-lt"/>
              </a:rPr>
              <a:t>Frage:</a:t>
            </a:r>
          </a:p>
          <a:p>
            <a:pPr algn="l">
              <a:spcAft>
                <a:spcPts val="0"/>
              </a:spcAft>
            </a:pPr>
            <a:r>
              <a:rPr sz="1600" b="1">
                <a:solidFill>
                  <a:srgbClr val="212427"/>
                </a:solidFill>
                <a:latin typeface="+mn-lt"/>
              </a:rPr>
              <a:t>Wann und wo ist das nächste</a:t>
            </a:r>
          </a:p>
          <a:p>
            <a:pPr algn="l">
              <a:spcAft>
                <a:spcPts val="200"/>
              </a:spcAft>
            </a:pPr>
            <a:r>
              <a:rPr sz="1600" b="1">
                <a:solidFill>
                  <a:srgbClr val="212427"/>
                </a:solidFill>
                <a:latin typeface="+mn-lt"/>
              </a:rPr>
              <a:t>RAG-Forum?</a:t>
            </a:r>
          </a:p>
        </p:txBody>
      </p:sp>
      <p:cxnSp>
        <p:nvCxnSpPr>
          <p:cNvPr id="6" name="Connector 5"/>
          <p:cNvCxnSpPr/>
          <p:nvPr/>
        </p:nvCxnSpPr>
        <p:spPr>
          <a:xfrm>
            <a:off x="3456432" y="2103120"/>
            <a:ext cx="301752" cy="0"/>
          </a:xfrm>
          <a:prstGeom prst="line">
            <a:avLst/>
          </a:prstGeom>
          <a:ln w="19050">
            <a:solidFill>
              <a:srgbClr val="5A6065"/>
            </a:solidFill>
            <a:tailEnd type="triangle" w="med" len="med"/>
          </a:ln>
        </p:spPr>
      </p:cxnSp>
      <p:sp>
        <p:nvSpPr>
          <p:cNvPr id="7" name="Rounded Rectangle 6"/>
          <p:cNvSpPr/>
          <p:nvPr/>
        </p:nvSpPr>
        <p:spPr>
          <a:xfrm>
            <a:off x="3813048" y="1371600"/>
            <a:ext cx="2377440" cy="1463040"/>
          </a:xfrm>
          <a:prstGeom prst="roundRect">
            <a:avLst>
              <a:gd name="adj" fmla="val 4000"/>
            </a:avLst>
          </a:prstGeom>
          <a:noFill/>
          <a:ln w="12700">
            <a:solidFill>
              <a:srgbClr val="ACB0B2"/>
            </a:solidFill>
          </a:ln>
          <a:effectLst/>
        </p:spPr>
        <p:txBody>
          <a:bodyPr rtlCol="0" anchor="ctr" wrap="square" lIns="164592" rIns="164592" tIns="82296" bIns="82296">
            <a:noAutofit/>
          </a:bodyPr>
          <a:lstStyle/>
          <a:p>
            <a:pPr algn="l">
              <a:spcAft>
                <a:spcPts val="200"/>
              </a:spcAft>
            </a:pPr>
            <a:r>
              <a:rPr sz="1600" b="0">
                <a:solidFill>
                  <a:srgbClr val="212427"/>
                </a:solidFill>
                <a:latin typeface="+mn-lt"/>
              </a:rPr>
              <a:t>1. Ganzes Inhaltsverzeichnis lesen: eine Zeile pro Seite</a:t>
            </a:r>
          </a:p>
        </p:txBody>
      </p:sp>
      <p:cxnSp>
        <p:nvCxnSpPr>
          <p:cNvPr id="8" name="Connector 7"/>
          <p:cNvCxnSpPr/>
          <p:nvPr/>
        </p:nvCxnSpPr>
        <p:spPr>
          <a:xfrm>
            <a:off x="6245351" y="2103120"/>
            <a:ext cx="301753" cy="0"/>
          </a:xfrm>
          <a:prstGeom prst="line">
            <a:avLst/>
          </a:prstGeom>
          <a:ln w="19050">
            <a:solidFill>
              <a:srgbClr val="5A6065"/>
            </a:solidFill>
            <a:tailEnd type="triangle" w="med" len="med"/>
          </a:ln>
        </p:spPr>
      </p:cxnSp>
      <p:sp>
        <p:nvSpPr>
          <p:cNvPr id="9" name="Rounded Rectangle 8"/>
          <p:cNvSpPr/>
          <p:nvPr/>
        </p:nvSpPr>
        <p:spPr>
          <a:xfrm>
            <a:off x="6601968" y="1371600"/>
            <a:ext cx="2377440" cy="1463040"/>
          </a:xfrm>
          <a:prstGeom prst="roundRect">
            <a:avLst>
              <a:gd name="adj" fmla="val 4000"/>
            </a:avLst>
          </a:prstGeom>
          <a:noFill/>
          <a:ln w="12700">
            <a:solidFill>
              <a:srgbClr val="ACB0B2"/>
            </a:solidFill>
          </a:ln>
          <a:effectLst/>
        </p:spPr>
        <p:txBody>
          <a:bodyPr rtlCol="0" anchor="ctr" wrap="square" lIns="164592" rIns="164592" tIns="82296" bIns="82296">
            <a:noAutofit/>
          </a:bodyPr>
          <a:lstStyle/>
          <a:p>
            <a:pPr algn="l">
              <a:spcAft>
                <a:spcPts val="200"/>
              </a:spcAft>
            </a:pPr>
            <a:r>
              <a:rPr sz="1600" b="0">
                <a:solidFill>
                  <a:srgbClr val="212427"/>
                </a:solidFill>
                <a:latin typeface="+mn-lt"/>
              </a:rPr>
              <a:t>2. Selbst die passende Seite wählen und ganz lesen</a:t>
            </a:r>
          </a:p>
        </p:txBody>
      </p:sp>
      <p:cxnSp>
        <p:nvCxnSpPr>
          <p:cNvPr id="10" name="Connector 9"/>
          <p:cNvCxnSpPr/>
          <p:nvPr/>
        </p:nvCxnSpPr>
        <p:spPr>
          <a:xfrm>
            <a:off x="9034272" y="2103120"/>
            <a:ext cx="301752" cy="0"/>
          </a:xfrm>
          <a:prstGeom prst="line">
            <a:avLst/>
          </a:prstGeom>
          <a:ln w="19050">
            <a:solidFill>
              <a:srgbClr val="5A6065"/>
            </a:solidFill>
            <a:tailEnd type="triangle" w="med" len="med"/>
          </a:ln>
        </p:spPr>
      </p:cxnSp>
      <p:sp>
        <p:nvSpPr>
          <p:cNvPr id="11" name="Rounded Rectangle 10"/>
          <p:cNvSpPr/>
          <p:nvPr/>
        </p:nvSpPr>
        <p:spPr>
          <a:xfrm>
            <a:off x="9390888" y="1371600"/>
            <a:ext cx="2377440" cy="1463040"/>
          </a:xfrm>
          <a:prstGeom prst="roundRect">
            <a:avLst>
              <a:gd name="adj" fmla="val 4000"/>
            </a:avLst>
          </a:prstGeom>
          <a:noFill/>
          <a:ln w="12700">
            <a:solidFill>
              <a:srgbClr val="ACB0B2"/>
            </a:solidFill>
          </a:ln>
          <a:effectLst/>
        </p:spPr>
        <p:txBody>
          <a:bodyPr rtlCol="0" anchor="ctr" wrap="square" lIns="164592" rIns="164592" tIns="82296" bIns="82296">
            <a:noAutofit/>
          </a:bodyPr>
          <a:lstStyle/>
          <a:p>
            <a:pPr algn="l">
              <a:spcAft>
                <a:spcPts val="200"/>
              </a:spcAft>
            </a:pPr>
            <a:r>
              <a:rPr sz="1600" b="0">
                <a:solidFill>
                  <a:srgbClr val="212427"/>
                </a:solidFill>
                <a:latin typeface="+mn-lt"/>
              </a:rPr>
              <a:t>3. Antworten:</a:t>
            </a:r>
          </a:p>
          <a:p>
            <a:pPr algn="l">
              <a:spcAft>
                <a:spcPts val="200"/>
              </a:spcAft>
            </a:pPr>
            <a:r>
              <a:rPr sz="1600" b="1">
                <a:solidFill>
                  <a:srgbClr val="212427"/>
                </a:solidFill>
                <a:latin typeface="+mn-lt"/>
              </a:rPr>
              <a:t>2. November 2026, 17:30 Uhr, D-Space</a:t>
            </a:r>
          </a:p>
        </p:txBody>
      </p:sp>
      <p:sp>
        <p:nvSpPr>
          <p:cNvPr id="12" name="Rounded Rectangle 11"/>
          <p:cNvSpPr/>
          <p:nvPr/>
        </p:nvSpPr>
        <p:spPr>
          <a:xfrm>
            <a:off x="3813048" y="3246120"/>
            <a:ext cx="7955279" cy="2194560"/>
          </a:xfrm>
          <a:prstGeom prst="roundRect">
            <a:avLst>
              <a:gd name="adj" fmla="val 2000"/>
            </a:avLst>
          </a:prstGeom>
          <a:noFill/>
          <a:ln w="12700">
            <a:solidFill>
              <a:srgbClr val="D6D7D8"/>
            </a:solidFill>
          </a:ln>
          <a:effectLst/>
        </p:spPr>
        <p:txBody>
          <a:bodyPr rtlCol="0" anchor="ctr" wrap="square" lIns="109728" rIns="109728" tIns="54864" bIns="54864">
            <a:noAutofit/>
          </a:bodyPr>
          <a:lstStyle/>
          <a:p>
            <a:pPr algn="ctr"/>
          </a:p>
        </p:txBody>
      </p:sp>
      <p:cxnSp>
        <p:nvCxnSpPr>
          <p:cNvPr id="13" name="Connector 12"/>
          <p:cNvCxnSpPr/>
          <p:nvPr/>
        </p:nvCxnSpPr>
        <p:spPr>
          <a:xfrm>
            <a:off x="5001768" y="2834640"/>
            <a:ext cx="0" cy="411480"/>
          </a:xfrm>
          <a:prstGeom prst="line">
            <a:avLst/>
          </a:prstGeom>
          <a:ln w="12700">
            <a:solidFill>
              <a:srgbClr val="ACB0B2"/>
            </a:solidFill>
          </a:ln>
        </p:spPr>
      </p:cxnSp>
      <p:sp>
        <p:nvSpPr>
          <p:cNvPr id="14" name="Rectangle 13"/>
          <p:cNvSpPr/>
          <p:nvPr/>
        </p:nvSpPr>
        <p:spPr>
          <a:xfrm>
            <a:off x="4087368" y="3474720"/>
            <a:ext cx="5332780" cy="109728"/>
          </a:xfrm>
          <a:prstGeom prst="rect">
            <a:avLst/>
          </a:prstGeom>
          <a:solidFill>
            <a:srgbClr val="D6D7D8"/>
          </a:solidFill>
          <a:ln>
            <a:noFill/>
          </a:ln>
          <a:effectLst/>
        </p:spPr>
        <p:txBody>
          <a:bodyPr rtlCol="0" anchor="ctr" wrap="square" lIns="109728" rIns="109728" tIns="54864" bIns="54864">
            <a:noAutofit/>
          </a:bodyPr>
          <a:lstStyle/>
          <a:p>
            <a:pPr algn="ctr"/>
          </a:p>
        </p:txBody>
      </p:sp>
      <p:sp>
        <p:nvSpPr>
          <p:cNvPr id="15" name="Rectangle 14"/>
          <p:cNvSpPr/>
          <p:nvPr/>
        </p:nvSpPr>
        <p:spPr>
          <a:xfrm>
            <a:off x="4087368" y="3703320"/>
            <a:ext cx="6221577" cy="109728"/>
          </a:xfrm>
          <a:prstGeom prst="rect">
            <a:avLst/>
          </a:prstGeom>
          <a:solidFill>
            <a:srgbClr val="D6D7D8"/>
          </a:solidFill>
          <a:ln>
            <a:noFill/>
          </a:ln>
          <a:effectLst/>
        </p:spPr>
        <p:txBody>
          <a:bodyPr rtlCol="0" anchor="ctr" wrap="square" lIns="109728" rIns="109728" tIns="54864" bIns="54864">
            <a:noAutofit/>
          </a:bodyPr>
          <a:lstStyle/>
          <a:p>
            <a:pPr algn="ctr"/>
          </a:p>
        </p:txBody>
      </p:sp>
      <p:sp>
        <p:nvSpPr>
          <p:cNvPr id="16" name="Rectangle 15"/>
          <p:cNvSpPr/>
          <p:nvPr/>
        </p:nvSpPr>
        <p:spPr>
          <a:xfrm>
            <a:off x="3977639" y="3959352"/>
            <a:ext cx="7626096" cy="749808"/>
          </a:xfrm>
          <a:prstGeom prst="rect">
            <a:avLst/>
          </a:prstGeom>
          <a:solidFill>
            <a:srgbClr val="FDE9BF"/>
          </a:solidFill>
          <a:ln w="15875">
            <a:solidFill>
              <a:srgbClr val="B1063A"/>
            </a:solidFill>
          </a:ln>
          <a:effectLst/>
        </p:spPr>
        <p:txBody>
          <a:bodyPr rtlCol="0" anchor="ctr" wrap="square" lIns="109728" rIns="109728" tIns="54864" bIns="54864">
            <a:noAutofit/>
          </a:bodyPr>
          <a:lstStyle/>
          <a:p>
            <a:pPr algn="l">
              <a:spcAft>
                <a:spcPts val="0"/>
              </a:spcAft>
            </a:pPr>
            <a:r>
              <a:rPr sz="1400" b="0">
                <a:solidFill>
                  <a:srgbClr val="212427"/>
                </a:solidFill>
                <a:latin typeface="Courier New"/>
              </a:rPr>
              <a:t>events/community/2026-11-02-rag-forum.md:</a:t>
            </a:r>
          </a:p>
          <a:p>
            <a:pPr algn="l">
              <a:spcAft>
                <a:spcPts val="0"/>
              </a:spcAft>
            </a:pPr>
            <a:r>
              <a:rPr sz="1400" b="0">
                <a:solidFill>
                  <a:srgbClr val="212427"/>
                </a:solidFill>
                <a:latin typeface="Courier New"/>
              </a:rPr>
              <a:t>RAG Forum in German on 2 November 2026 in the D-Space; ...</a:t>
            </a:r>
          </a:p>
        </p:txBody>
      </p:sp>
      <p:sp>
        <p:nvSpPr>
          <p:cNvPr id="17" name="Rectangle 16"/>
          <p:cNvSpPr/>
          <p:nvPr/>
        </p:nvSpPr>
        <p:spPr>
          <a:xfrm>
            <a:off x="4087368" y="4892040"/>
            <a:ext cx="4888382" cy="109728"/>
          </a:xfrm>
          <a:prstGeom prst="rect">
            <a:avLst/>
          </a:prstGeom>
          <a:solidFill>
            <a:srgbClr val="D6D7D8"/>
          </a:solidFill>
          <a:ln>
            <a:noFill/>
          </a:ln>
          <a:effectLst/>
        </p:spPr>
        <p:txBody>
          <a:bodyPr rtlCol="0" anchor="ctr" wrap="square" lIns="109728" rIns="109728" tIns="54864" bIns="54864">
            <a:noAutofit/>
          </a:bodyPr>
          <a:lstStyle/>
          <a:p>
            <a:pPr algn="ctr"/>
          </a:p>
        </p:txBody>
      </p:sp>
      <p:sp>
        <p:nvSpPr>
          <p:cNvPr id="18" name="Rectangle 17"/>
          <p:cNvSpPr/>
          <p:nvPr/>
        </p:nvSpPr>
        <p:spPr>
          <a:xfrm>
            <a:off x="4087368" y="5120640"/>
            <a:ext cx="5851245" cy="109728"/>
          </a:xfrm>
          <a:prstGeom prst="rect">
            <a:avLst/>
          </a:prstGeom>
          <a:solidFill>
            <a:srgbClr val="D6D7D8"/>
          </a:solidFill>
          <a:ln>
            <a:noFill/>
          </a:ln>
          <a:effectLst/>
        </p:spPr>
        <p:txBody>
          <a:bodyPr rtlCol="0" anchor="ctr" wrap="square" lIns="109728" rIns="109728" tIns="54864" bIns="54864">
            <a:noAutofit/>
          </a:bodyP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Wie Neues hineinkommt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pic>
        <p:nvPicPr>
          <p:cNvPr id="5" name="Picture 4" descr="fig-cycle.png"/>
          <p:cNvPicPr>
            <a:picLocks noChangeAspect="1"/>
          </p:cNvPicPr>
          <p:nvPr/>
        </p:nvPicPr>
        <p:blipFill>
          <a:blip r:embed="rId2"/>
          <a:stretch>
            <a:fillRect/>
          </a:stretch>
        </p:blipFill>
        <p:spPr>
          <a:xfrm>
            <a:off x="704088" y="1280160"/>
            <a:ext cx="7589520" cy="4206240"/>
          </a:xfrm>
          <a:prstGeom prst="rect">
            <a:avLst/>
          </a:prstGeom>
        </p:spPr>
      </p:pic>
      <p:sp>
        <p:nvSpPr>
          <p:cNvPr id="6" name="Rounded Rectangle 5"/>
          <p:cNvSpPr/>
          <p:nvPr/>
        </p:nvSpPr>
        <p:spPr>
          <a:xfrm>
            <a:off x="8641080" y="2468880"/>
            <a:ext cx="3127248" cy="1737360"/>
          </a:xfrm>
          <a:prstGeom prst="roundRect">
            <a:avLst>
              <a:gd name="adj" fmla="val 4000"/>
            </a:avLst>
          </a:prstGeom>
          <a:solidFill>
            <a:srgbClr val="FDE9BF"/>
          </a:solidFill>
          <a:ln>
            <a:noFill/>
          </a:ln>
          <a:effectLst/>
        </p:spPr>
        <p:txBody>
          <a:bodyPr rtlCol="0" anchor="ctr" wrap="square" lIns="228600" rIns="228600" tIns="114300" bIns="114300">
            <a:noAutofit/>
          </a:bodyPr>
          <a:lstStyle/>
          <a:p>
            <a:pPr algn="l">
              <a:spcAft>
                <a:spcPts val="400"/>
              </a:spcAft>
            </a:pPr>
            <a:r>
              <a:rPr sz="1800" b="0">
                <a:solidFill>
                  <a:srgbClr val="5A6065"/>
                </a:solidFill>
                <a:latin typeface="+mn-lt"/>
              </a:rPr>
              <a:t>Unsere Arbeit:</a:t>
            </a:r>
          </a:p>
          <a:p>
            <a:pPr algn="l">
              <a:spcAft>
                <a:spcPts val="400"/>
              </a:spcAft>
            </a:pPr>
            <a:r>
              <a:rPr sz="2000" b="1">
                <a:solidFill>
                  <a:srgbClr val="212427"/>
                </a:solidFill>
                <a:latin typeface="+mn-lt"/>
              </a:rPr>
              <a:t>Quellen geben und freigeben, nicht schreiben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Wie das Wiki aktuell bleibt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63040"/>
            <a:ext cx="5120640" cy="3840480"/>
          </a:xfrm>
          <a:prstGeom prst="rect">
            <a:avLst/>
          </a:prstGeom>
          <a:noFill/>
        </p:spPr>
        <p:txBody>
          <a:bodyPr wrap="square" lIns="0" rIns="0" tIns="0" bIns="0" anchor="t">
            <a:noAutofit/>
          </a:bodyPr>
          <a:lstStyle/>
          <a:p>
            <a:pPr algn="l" marL="292608" indent="-292608">
              <a:spcAft>
                <a:spcPts val="1600"/>
              </a:spcAft>
              <a:buClr>
                <a:srgbClr val="5A6065"/>
              </a:buClr>
              <a:buFont typeface="Arial"/>
              <a:buChar char="•"/>
            </a:pPr>
            <a:r>
              <a:rPr sz="2000" b="0">
                <a:solidFill>
                  <a:srgbClr val="212427"/>
                </a:solidFill>
                <a:latin typeface="+mn-lt"/>
              </a:rPr>
              <a:t>Alle zwei Wochen: KI bietet eine Wartungssitzung an</a:t>
            </a:r>
          </a:p>
          <a:p>
            <a:pPr algn="l" marL="292608" indent="-292608">
              <a:spcAft>
                <a:spcPts val="1600"/>
              </a:spcAft>
              <a:buClr>
                <a:srgbClr val="5A6065"/>
              </a:buClr>
              <a:buFont typeface="Arial"/>
              <a:buChar char="•"/>
            </a:pPr>
            <a:r>
              <a:rPr sz="2000" b="0">
                <a:solidFill>
                  <a:srgbClr val="212427"/>
                </a:solidFill>
                <a:latin typeface="+mn-lt"/>
              </a:rPr>
              <a:t>KI sucht Widersprüche zwischen Seiten, Lücken, doppelten Text</a:t>
            </a:r>
          </a:p>
          <a:p>
            <a:pPr algn="l" marL="292608" indent="-292608">
              <a:spcAft>
                <a:spcPts val="1600"/>
              </a:spcAft>
              <a:buClr>
                <a:srgbClr val="5A6065"/>
              </a:buClr>
              <a:buFont typeface="Arial"/>
              <a:buChar char="•"/>
            </a:pPr>
            <a:r>
              <a:rPr sz="2000" b="0">
                <a:solidFill>
                  <a:srgbClr val="212427"/>
                </a:solidFill>
                <a:latin typeface="+mn-lt"/>
              </a:rPr>
              <a:t>Ein Befund pro Frage, mit Beleg; ein Mensch entscheidet</a:t>
            </a:r>
          </a:p>
        </p:txBody>
      </p:sp>
      <p:sp>
        <p:nvSpPr>
          <p:cNvPr id="6" name="Rounded Rectangle 5"/>
          <p:cNvSpPr/>
          <p:nvPr/>
        </p:nvSpPr>
        <p:spPr>
          <a:xfrm>
            <a:off x="6263640" y="1325880"/>
            <a:ext cx="5504688" cy="4160520"/>
          </a:xfrm>
          <a:prstGeom prst="roundRect">
            <a:avLst>
              <a:gd name="adj" fmla="val 2000"/>
            </a:avLst>
          </a:prstGeom>
          <a:noFill/>
          <a:ln w="12700">
            <a:solidFill>
              <a:srgbClr val="ACB0B2"/>
            </a:solidFill>
          </a:ln>
          <a:effectLst/>
        </p:spPr>
        <p:txBody>
          <a:bodyPr rtlCol="0" anchor="ctr" wrap="square" lIns="109728" rIns="109728" tIns="54864" bIns="54864">
            <a:noAutofit/>
          </a:bodyPr>
          <a:lstStyle/>
          <a:p>
            <a:pPr algn="ctr"/>
          </a:p>
        </p:txBody>
      </p:sp>
      <p:sp>
        <p:nvSpPr>
          <p:cNvPr id="7" name="TextBox 6"/>
          <p:cNvSpPr txBox="1"/>
          <p:nvPr/>
        </p:nvSpPr>
        <p:spPr>
          <a:xfrm>
            <a:off x="6537959" y="1527048"/>
            <a:ext cx="2743200" cy="365760"/>
          </a:xfrm>
          <a:prstGeom prst="rect">
            <a:avLst/>
          </a:prstGeom>
          <a:noFill/>
        </p:spPr>
        <p:txBody>
          <a:bodyPr wrap="square" lIns="0" rIns="0" tIns="0" bIns="0" anchor="t">
            <a:noAutofit/>
          </a:bodyPr>
          <a:lstStyle/>
          <a:p>
            <a:pPr algn="l">
              <a:spcAft>
                <a:spcPts val="0"/>
              </a:spcAft>
            </a:pPr>
            <a:r>
              <a:rPr sz="1400" b="0">
                <a:solidFill>
                  <a:srgbClr val="5A6065"/>
                </a:solidFill>
                <a:latin typeface="+mn-lt"/>
              </a:rPr>
              <a:t>Durchsicht am 9. Oktober</a:t>
            </a:r>
          </a:p>
        </p:txBody>
      </p:sp>
      <p:sp>
        <p:nvSpPr>
          <p:cNvPr id="8" name="TextBox 7"/>
          <p:cNvSpPr txBox="1"/>
          <p:nvPr/>
        </p:nvSpPr>
        <p:spPr>
          <a:xfrm>
            <a:off x="9116567" y="1490472"/>
            <a:ext cx="2377440" cy="365760"/>
          </a:xfrm>
          <a:prstGeom prst="rect">
            <a:avLst/>
          </a:prstGeom>
          <a:noFill/>
        </p:spPr>
        <p:txBody>
          <a:bodyPr wrap="square" lIns="0" rIns="0" tIns="0" bIns="0" anchor="t">
            <a:noAutofit/>
          </a:bodyPr>
          <a:lstStyle/>
          <a:p>
            <a:pPr algn="r">
              <a:spcAft>
                <a:spcPts val="0"/>
              </a:spcAft>
            </a:pPr>
            <a:r>
              <a:rPr sz="1600" b="1">
                <a:solidFill>
                  <a:srgbClr val="212427"/>
                </a:solidFill>
                <a:latin typeface="+mn-lt"/>
              </a:rPr>
              <a:t>Befund 21 von 52</a:t>
            </a:r>
          </a:p>
        </p:txBody>
      </p:sp>
      <p:cxnSp>
        <p:nvCxnSpPr>
          <p:cNvPr id="9" name="Connector 8"/>
          <p:cNvCxnSpPr/>
          <p:nvPr/>
        </p:nvCxnSpPr>
        <p:spPr>
          <a:xfrm>
            <a:off x="6537959" y="1947672"/>
            <a:ext cx="4956048" cy="0"/>
          </a:xfrm>
          <a:prstGeom prst="line">
            <a:avLst/>
          </a:prstGeom>
          <a:ln w="12700">
            <a:solidFill>
              <a:srgbClr val="D6D7D8"/>
            </a:solidFill>
          </a:ln>
        </p:spPr>
      </p:cxnSp>
      <p:sp>
        <p:nvSpPr>
          <p:cNvPr id="10" name="TextBox 9"/>
          <p:cNvSpPr txBox="1"/>
          <p:nvPr/>
        </p:nvSpPr>
        <p:spPr>
          <a:xfrm>
            <a:off x="6537959" y="2103120"/>
            <a:ext cx="4956048" cy="1097280"/>
          </a:xfrm>
          <a:prstGeom prst="rect">
            <a:avLst/>
          </a:prstGeom>
          <a:noFill/>
        </p:spPr>
        <p:txBody>
          <a:bodyPr wrap="square" lIns="0" rIns="0" tIns="0" bIns="0" anchor="t">
            <a:noAutofit/>
          </a:bodyPr>
          <a:lstStyle/>
          <a:p>
            <a:pPr algn="l">
              <a:spcAft>
                <a:spcPts val="200"/>
              </a:spcAft>
            </a:pPr>
            <a:r>
              <a:rPr sz="1300" b="0">
                <a:solidFill>
                  <a:srgbClr val="5A6065"/>
                </a:solidFill>
                <a:latin typeface="+mn-lt"/>
              </a:rPr>
              <a:t>Seite A</a:t>
            </a:r>
          </a:p>
          <a:p>
            <a:pPr algn="l">
              <a:spcAft>
                <a:spcPts val="400"/>
              </a:spcAft>
            </a:pPr>
            <a:r>
              <a:rPr sz="1700" b="0">
                <a:solidFill>
                  <a:srgbClr val="212427"/>
                </a:solidFill>
                <a:latin typeface="+mn-lt"/>
              </a:rPr>
              <a:t>Vorbereitung beginnt, sobald das Material fertig ist.</a:t>
            </a:r>
          </a:p>
          <a:p>
            <a:pPr algn="l">
              <a:spcAft>
                <a:spcPts val="0"/>
              </a:spcAft>
            </a:pPr>
            <a:r>
              <a:rPr sz="1300" b="0">
                <a:solidFill>
                  <a:srgbClr val="5A6065"/>
                </a:solidFill>
                <a:latin typeface="Courier New"/>
              </a:rPr>
              <a:t>how-to/README.md:14</a:t>
            </a:r>
          </a:p>
        </p:txBody>
      </p:sp>
      <p:sp>
        <p:nvSpPr>
          <p:cNvPr id="11" name="TextBox 10"/>
          <p:cNvSpPr txBox="1"/>
          <p:nvPr/>
        </p:nvSpPr>
        <p:spPr>
          <a:xfrm>
            <a:off x="6537959" y="3291839"/>
            <a:ext cx="4956048" cy="1097280"/>
          </a:xfrm>
          <a:prstGeom prst="rect">
            <a:avLst/>
          </a:prstGeom>
          <a:noFill/>
        </p:spPr>
        <p:txBody>
          <a:bodyPr wrap="square" lIns="0" rIns="0" tIns="0" bIns="0" anchor="t">
            <a:noAutofit/>
          </a:bodyPr>
          <a:lstStyle/>
          <a:p>
            <a:pPr algn="l">
              <a:spcAft>
                <a:spcPts val="200"/>
              </a:spcAft>
            </a:pPr>
            <a:r>
              <a:rPr sz="1300" b="0">
                <a:solidFill>
                  <a:srgbClr val="5A6065"/>
                </a:solidFill>
                <a:latin typeface="+mn-lt"/>
              </a:rPr>
              <a:t>Seite B</a:t>
            </a:r>
          </a:p>
          <a:p>
            <a:pPr algn="l">
              <a:spcAft>
                <a:spcPts val="400"/>
              </a:spcAft>
            </a:pPr>
            <a:r>
              <a:rPr sz="1700" b="0">
                <a:solidFill>
                  <a:srgbClr val="212427"/>
                </a:solidFill>
                <a:latin typeface="+mn-lt"/>
              </a:rPr>
              <a:t>Das Material muss nicht fertig sein.</a:t>
            </a:r>
          </a:p>
          <a:p>
            <a:pPr algn="l">
              <a:spcAft>
                <a:spcPts val="0"/>
              </a:spcAft>
            </a:pPr>
            <a:r>
              <a:rPr sz="1300" b="0">
                <a:solidFill>
                  <a:srgbClr val="5A6065"/>
                </a:solidFill>
                <a:latin typeface="Courier New"/>
              </a:rPr>
              <a:t>how-to/workshop-preparation.md:8</a:t>
            </a:r>
          </a:p>
        </p:txBody>
      </p:sp>
      <p:sp>
        <p:nvSpPr>
          <p:cNvPr id="12" name="TextBox 11"/>
          <p:cNvSpPr txBox="1"/>
          <p:nvPr/>
        </p:nvSpPr>
        <p:spPr>
          <a:xfrm>
            <a:off x="6537959" y="4453128"/>
            <a:ext cx="2743200" cy="274320"/>
          </a:xfrm>
          <a:prstGeom prst="rect">
            <a:avLst/>
          </a:prstGeom>
          <a:noFill/>
        </p:spPr>
        <p:txBody>
          <a:bodyPr wrap="square" lIns="0" rIns="0" tIns="0" bIns="0" anchor="t">
            <a:noAutofit/>
          </a:bodyPr>
          <a:lstStyle/>
          <a:p>
            <a:pPr algn="l">
              <a:spcAft>
                <a:spcPts val="0"/>
              </a:spcAft>
            </a:pPr>
            <a:r>
              <a:rPr sz="1300" b="0">
                <a:solidFill>
                  <a:srgbClr val="5A6065"/>
                </a:solidFill>
                <a:latin typeface="+mn-lt"/>
              </a:rPr>
              <a:t>Entscheidung</a:t>
            </a:r>
          </a:p>
        </p:txBody>
      </p:sp>
      <p:sp>
        <p:nvSpPr>
          <p:cNvPr id="13" name="Rectangle 12"/>
          <p:cNvSpPr/>
          <p:nvPr/>
        </p:nvSpPr>
        <p:spPr>
          <a:xfrm>
            <a:off x="6537959" y="4727448"/>
            <a:ext cx="4956048" cy="502920"/>
          </a:xfrm>
          <a:prstGeom prst="rect">
            <a:avLst/>
          </a:prstGeom>
          <a:noFill/>
          <a:ln w="15875">
            <a:solidFill>
              <a:srgbClr val="B1063A"/>
            </a:solidFill>
            <a:prstDash val="dash"/>
          </a:ln>
          <a:effectLst/>
        </p:spPr>
        <p:txBody>
          <a:bodyPr rtlCol="0" anchor="ctr" wrap="square" lIns="109728" rIns="109728" tIns="54864" bIns="54864">
            <a:noAutofit/>
          </a:bodyP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Was das Wiki anstößt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cxnSp>
        <p:nvCxnSpPr>
          <p:cNvPr id="5" name="Connector 4"/>
          <p:cNvCxnSpPr/>
          <p:nvPr/>
        </p:nvCxnSpPr>
        <p:spPr>
          <a:xfrm>
            <a:off x="704088" y="1463040"/>
            <a:ext cx="11064240" cy="0"/>
          </a:xfrm>
          <a:prstGeom prst="line">
            <a:avLst/>
          </a:prstGeom>
          <a:ln w="12700">
            <a:solidFill>
              <a:srgbClr val="D6D7D8"/>
            </a:solidFill>
          </a:ln>
        </p:spPr>
      </p:cxnSp>
      <p:sp>
        <p:nvSpPr>
          <p:cNvPr id="6" name="TextBox 5"/>
          <p:cNvSpPr txBox="1"/>
          <p:nvPr/>
        </p:nvSpPr>
        <p:spPr>
          <a:xfrm>
            <a:off x="704088" y="1463040"/>
            <a:ext cx="3749039"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Jede freigegebene Änderung</a:t>
            </a:r>
          </a:p>
        </p:txBody>
      </p:sp>
      <p:cxnSp>
        <p:nvCxnSpPr>
          <p:cNvPr id="7" name="Connector 6"/>
          <p:cNvCxnSpPr/>
          <p:nvPr/>
        </p:nvCxnSpPr>
        <p:spPr>
          <a:xfrm>
            <a:off x="4526280" y="1920240"/>
            <a:ext cx="594360" cy="0"/>
          </a:xfrm>
          <a:prstGeom prst="line">
            <a:avLst/>
          </a:prstGeom>
          <a:ln w="19050">
            <a:solidFill>
              <a:srgbClr val="5A6065"/>
            </a:solidFill>
            <a:tailEnd type="triangle" w="med" len="med"/>
          </a:ln>
        </p:spPr>
      </p:cxnSp>
      <p:sp>
        <p:nvSpPr>
          <p:cNvPr id="8" name="TextBox 7"/>
          <p:cNvSpPr txBox="1"/>
          <p:nvPr/>
        </p:nvSpPr>
        <p:spPr>
          <a:xfrm>
            <a:off x="5303520" y="1463040"/>
            <a:ext cx="4754880"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Zusammenfassung in Slack</a:t>
            </a:r>
          </a:p>
        </p:txBody>
      </p:sp>
      <p:sp>
        <p:nvSpPr>
          <p:cNvPr id="9" name="TextBox 8"/>
          <p:cNvSpPr txBox="1"/>
          <p:nvPr/>
        </p:nvSpPr>
        <p:spPr>
          <a:xfrm>
            <a:off x="10149840" y="1463040"/>
            <a:ext cx="1618487" cy="914400"/>
          </a:xfrm>
          <a:prstGeom prst="rect">
            <a:avLst/>
          </a:prstGeom>
          <a:noFill/>
        </p:spPr>
        <p:txBody>
          <a:bodyPr wrap="square" lIns="0" rIns="0" tIns="0" bIns="0" anchor="ctr">
            <a:noAutofit/>
          </a:bodyPr>
          <a:lstStyle/>
          <a:p>
            <a:pPr algn="r">
              <a:spcAft>
                <a:spcPts val="0"/>
              </a:spcAft>
            </a:pPr>
            <a:r>
              <a:rPr sz="1300" b="0">
                <a:solidFill>
                  <a:srgbClr val="5A6065"/>
                </a:solidFill>
                <a:latin typeface="+mn-lt"/>
              </a:rPr>
              <a:t>automatisch</a:t>
            </a:r>
          </a:p>
        </p:txBody>
      </p:sp>
      <p:cxnSp>
        <p:nvCxnSpPr>
          <p:cNvPr id="10" name="Connector 9"/>
          <p:cNvCxnSpPr/>
          <p:nvPr/>
        </p:nvCxnSpPr>
        <p:spPr>
          <a:xfrm>
            <a:off x="704088" y="2377440"/>
            <a:ext cx="11064240" cy="0"/>
          </a:xfrm>
          <a:prstGeom prst="line">
            <a:avLst/>
          </a:prstGeom>
          <a:ln w="12700">
            <a:solidFill>
              <a:srgbClr val="D6D7D8"/>
            </a:solidFill>
          </a:ln>
        </p:spPr>
      </p:cxnSp>
      <p:sp>
        <p:nvSpPr>
          <p:cNvPr id="11" name="TextBox 10"/>
          <p:cNvSpPr txBox="1"/>
          <p:nvPr/>
        </p:nvSpPr>
        <p:spPr>
          <a:xfrm>
            <a:off x="704088" y="2377440"/>
            <a:ext cx="3749039"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Offene Fragen</a:t>
            </a:r>
          </a:p>
        </p:txBody>
      </p:sp>
      <p:cxnSp>
        <p:nvCxnSpPr>
          <p:cNvPr id="12" name="Connector 11"/>
          <p:cNvCxnSpPr/>
          <p:nvPr/>
        </p:nvCxnSpPr>
        <p:spPr>
          <a:xfrm>
            <a:off x="4526280" y="2834640"/>
            <a:ext cx="594360" cy="0"/>
          </a:xfrm>
          <a:prstGeom prst="line">
            <a:avLst/>
          </a:prstGeom>
          <a:ln w="19050">
            <a:solidFill>
              <a:srgbClr val="5A6065"/>
            </a:solidFill>
            <a:tailEnd type="triangle" w="med" len="med"/>
          </a:ln>
        </p:spPr>
      </p:cxnSp>
      <p:sp>
        <p:nvSpPr>
          <p:cNvPr id="13" name="TextBox 12"/>
          <p:cNvSpPr txBox="1"/>
          <p:nvPr/>
        </p:nvSpPr>
        <p:spPr>
          <a:xfrm>
            <a:off x="5303520" y="2377440"/>
            <a:ext cx="4754880"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To-dos mit Namen; einmal im Monat Erinnerung</a:t>
            </a:r>
          </a:p>
        </p:txBody>
      </p:sp>
      <p:sp>
        <p:nvSpPr>
          <p:cNvPr id="14" name="TextBox 13"/>
          <p:cNvSpPr txBox="1"/>
          <p:nvPr/>
        </p:nvSpPr>
        <p:spPr>
          <a:xfrm>
            <a:off x="10149840" y="2377440"/>
            <a:ext cx="1618487" cy="914400"/>
          </a:xfrm>
          <a:prstGeom prst="rect">
            <a:avLst/>
          </a:prstGeom>
          <a:noFill/>
        </p:spPr>
        <p:txBody>
          <a:bodyPr wrap="square" lIns="0" rIns="0" tIns="0" bIns="0" anchor="ctr">
            <a:noAutofit/>
          </a:bodyPr>
          <a:lstStyle/>
          <a:p>
            <a:pPr algn="r">
              <a:spcAft>
                <a:spcPts val="0"/>
              </a:spcAft>
            </a:pPr>
            <a:r>
              <a:rPr sz="1300" b="0">
                <a:solidFill>
                  <a:srgbClr val="5A6065"/>
                </a:solidFill>
                <a:latin typeface="+mn-lt"/>
              </a:rPr>
              <a:t>automatisch</a:t>
            </a:r>
          </a:p>
        </p:txBody>
      </p:sp>
      <p:cxnSp>
        <p:nvCxnSpPr>
          <p:cNvPr id="15" name="Connector 14"/>
          <p:cNvCxnSpPr/>
          <p:nvPr/>
        </p:nvCxnSpPr>
        <p:spPr>
          <a:xfrm>
            <a:off x="704088" y="3291840"/>
            <a:ext cx="11064240" cy="0"/>
          </a:xfrm>
          <a:prstGeom prst="line">
            <a:avLst/>
          </a:prstGeom>
          <a:ln w="12700">
            <a:solidFill>
              <a:srgbClr val="D6D7D8"/>
            </a:solidFill>
          </a:ln>
        </p:spPr>
      </p:cxnSp>
      <p:sp>
        <p:nvSpPr>
          <p:cNvPr id="16" name="TextBox 15"/>
          <p:cNvSpPr txBox="1"/>
          <p:nvPr/>
        </p:nvSpPr>
        <p:spPr>
          <a:xfrm>
            <a:off x="704088" y="3291840"/>
            <a:ext cx="3749039"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Alle zwei Wochen</a:t>
            </a:r>
          </a:p>
        </p:txBody>
      </p:sp>
      <p:cxnSp>
        <p:nvCxnSpPr>
          <p:cNvPr id="17" name="Connector 16"/>
          <p:cNvCxnSpPr/>
          <p:nvPr/>
        </p:nvCxnSpPr>
        <p:spPr>
          <a:xfrm>
            <a:off x="4526280" y="3749039"/>
            <a:ext cx="594360" cy="0"/>
          </a:xfrm>
          <a:prstGeom prst="line">
            <a:avLst/>
          </a:prstGeom>
          <a:ln w="19050">
            <a:solidFill>
              <a:srgbClr val="5A6065"/>
            </a:solidFill>
            <a:tailEnd type="triangle" w="med" len="med"/>
          </a:ln>
        </p:spPr>
      </p:cxnSp>
      <p:sp>
        <p:nvSpPr>
          <p:cNvPr id="18" name="TextBox 17"/>
          <p:cNvSpPr txBox="1"/>
          <p:nvPr/>
        </p:nvSpPr>
        <p:spPr>
          <a:xfrm>
            <a:off x="5303520" y="3291840"/>
            <a:ext cx="4754880"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KI schlägt Seiten für neue Code-Ablagen vor</a:t>
            </a:r>
          </a:p>
        </p:txBody>
      </p:sp>
      <p:sp>
        <p:nvSpPr>
          <p:cNvPr id="19" name="TextBox 18"/>
          <p:cNvSpPr txBox="1"/>
          <p:nvPr/>
        </p:nvSpPr>
        <p:spPr>
          <a:xfrm>
            <a:off x="10149840" y="3291840"/>
            <a:ext cx="1618487" cy="914400"/>
          </a:xfrm>
          <a:prstGeom prst="rect">
            <a:avLst/>
          </a:prstGeom>
          <a:noFill/>
        </p:spPr>
        <p:txBody>
          <a:bodyPr wrap="square" lIns="0" rIns="0" tIns="0" bIns="0" anchor="ctr">
            <a:noAutofit/>
          </a:bodyPr>
          <a:lstStyle/>
          <a:p>
            <a:pPr algn="r">
              <a:spcAft>
                <a:spcPts val="0"/>
              </a:spcAft>
            </a:pPr>
            <a:r>
              <a:rPr sz="1300" b="0">
                <a:solidFill>
                  <a:srgbClr val="5A6065"/>
                </a:solidFill>
                <a:latin typeface="+mn-lt"/>
              </a:rPr>
              <a:t>automatisch</a:t>
            </a:r>
          </a:p>
        </p:txBody>
      </p:sp>
      <p:cxnSp>
        <p:nvCxnSpPr>
          <p:cNvPr id="20" name="Connector 19"/>
          <p:cNvCxnSpPr/>
          <p:nvPr/>
        </p:nvCxnSpPr>
        <p:spPr>
          <a:xfrm>
            <a:off x="704088" y="4206240"/>
            <a:ext cx="11064240" cy="0"/>
          </a:xfrm>
          <a:prstGeom prst="line">
            <a:avLst/>
          </a:prstGeom>
          <a:ln w="12700">
            <a:solidFill>
              <a:srgbClr val="D6D7D8"/>
            </a:solidFill>
          </a:ln>
        </p:spPr>
      </p:cxnSp>
      <p:sp>
        <p:nvSpPr>
          <p:cNvPr id="21" name="TextBox 20"/>
          <p:cNvSpPr txBox="1"/>
          <p:nvPr/>
        </p:nvSpPr>
        <p:spPr>
          <a:xfrm>
            <a:off x="704088" y="4206240"/>
            <a:ext cx="3749039"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Auf Zuruf</a:t>
            </a:r>
          </a:p>
        </p:txBody>
      </p:sp>
      <p:cxnSp>
        <p:nvCxnSpPr>
          <p:cNvPr id="22" name="Connector 21"/>
          <p:cNvCxnSpPr/>
          <p:nvPr/>
        </p:nvCxnSpPr>
        <p:spPr>
          <a:xfrm>
            <a:off x="4526280" y="4663440"/>
            <a:ext cx="594360" cy="0"/>
          </a:xfrm>
          <a:prstGeom prst="line">
            <a:avLst/>
          </a:prstGeom>
          <a:ln w="19050">
            <a:solidFill>
              <a:srgbClr val="5A6065"/>
            </a:solidFill>
            <a:tailEnd type="triangle" w="med" len="med"/>
          </a:ln>
        </p:spPr>
      </p:cxnSp>
      <p:sp>
        <p:nvSpPr>
          <p:cNvPr id="23" name="TextBox 22"/>
          <p:cNvSpPr txBox="1"/>
          <p:nvPr/>
        </p:nvSpPr>
        <p:spPr>
          <a:xfrm>
            <a:off x="5303520" y="4206240"/>
            <a:ext cx="4754880" cy="914400"/>
          </a:xfrm>
          <a:prstGeom prst="rect">
            <a:avLst/>
          </a:prstGeom>
          <a:noFill/>
        </p:spPr>
        <p:txBody>
          <a:bodyPr wrap="square" lIns="0" rIns="0" tIns="0" bIns="0" anchor="ctr">
            <a:noAutofit/>
          </a:bodyPr>
          <a:lstStyle/>
          <a:p>
            <a:pPr algn="l">
              <a:spcAft>
                <a:spcPts val="0"/>
              </a:spcAft>
            </a:pPr>
            <a:r>
              <a:rPr sz="1900" b="0">
                <a:solidFill>
                  <a:srgbClr val="212427"/>
                </a:solidFill>
                <a:latin typeface="+mn-lt"/>
              </a:rPr>
              <a:t>Anfrage an die Öffentlichkeitsarbeit, mit Angaben aus dem Wiki</a:t>
            </a:r>
          </a:p>
        </p:txBody>
      </p:sp>
      <p:sp>
        <p:nvSpPr>
          <p:cNvPr id="24" name="TextBox 23"/>
          <p:cNvSpPr txBox="1"/>
          <p:nvPr/>
        </p:nvSpPr>
        <p:spPr>
          <a:xfrm>
            <a:off x="10149840" y="4206240"/>
            <a:ext cx="1618487" cy="914400"/>
          </a:xfrm>
          <a:prstGeom prst="rect">
            <a:avLst/>
          </a:prstGeom>
          <a:noFill/>
        </p:spPr>
        <p:txBody>
          <a:bodyPr wrap="square" lIns="0" rIns="0" tIns="0" bIns="0" anchor="ctr">
            <a:noAutofit/>
          </a:bodyPr>
          <a:lstStyle/>
          <a:p>
            <a:pPr algn="r">
              <a:spcAft>
                <a:spcPts val="0"/>
              </a:spcAft>
            </a:pPr>
            <a:r>
              <a:rPr sz="1300" b="0">
                <a:solidFill>
                  <a:srgbClr val="B1063A"/>
                </a:solidFill>
                <a:latin typeface="+mn-lt"/>
              </a:rPr>
              <a:t>auf Zuruf</a:t>
            </a:r>
          </a:p>
        </p:txBody>
      </p:sp>
      <p:cxnSp>
        <p:nvCxnSpPr>
          <p:cNvPr id="25" name="Connector 24"/>
          <p:cNvCxnSpPr/>
          <p:nvPr/>
        </p:nvCxnSpPr>
        <p:spPr>
          <a:xfrm>
            <a:off x="704088" y="5120640"/>
            <a:ext cx="11064240" cy="0"/>
          </a:xfrm>
          <a:prstGeom prst="line">
            <a:avLst/>
          </a:prstGeom>
          <a:ln w="12700">
            <a:solidFill>
              <a:srgbClr val="D6D7D8"/>
            </a:solidFill>
          </a:ln>
        </p:spPr>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Warum kein RAG?</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17320"/>
            <a:ext cx="11064240" cy="2194560"/>
          </a:xfrm>
          <a:prstGeom prst="rect">
            <a:avLst/>
          </a:prstGeom>
          <a:noFill/>
        </p:spPr>
        <p:txBody>
          <a:bodyPr wrap="square" lIns="0" rIns="0" tIns="0" bIns="0" anchor="t">
            <a:noAutofit/>
          </a:bodyPr>
          <a:lstStyle/>
          <a:p>
            <a:pPr algn="l" marL="292608" indent="-292608">
              <a:spcAft>
                <a:spcPts val="1000"/>
              </a:spcAft>
              <a:buClr>
                <a:srgbClr val="5A6065"/>
              </a:buClr>
              <a:buFont typeface="Arial"/>
              <a:buChar char="•"/>
            </a:pPr>
            <a:r>
              <a:rPr sz="2000" b="0">
                <a:solidFill>
                  <a:srgbClr val="212427"/>
                </a:solidFill>
                <a:latin typeface="+mn-lt"/>
              </a:rPr>
              <a:t>Sprachmodell liest pro Anfrage begrenzt viel Text: das Kontextfenster</a:t>
            </a:r>
          </a:p>
          <a:p>
            <a:pPr algn="l" marL="292608" indent="-292608">
              <a:spcAft>
                <a:spcPts val="1000"/>
              </a:spcAft>
              <a:buClr>
                <a:srgbClr val="5A6065"/>
              </a:buClr>
              <a:buFont typeface="Arial"/>
              <a:buChar char="•"/>
            </a:pPr>
            <a:r>
              <a:rPr sz="2000" b="0">
                <a:solidFill>
                  <a:srgbClr val="212427"/>
                </a:solidFill>
                <a:latin typeface="+mn-lt"/>
              </a:rPr>
              <a:t>Inhaltsverzeichnis: rund 8.000 Tokens</a:t>
            </a:r>
          </a:p>
          <a:p>
            <a:pPr algn="l" marL="292608" indent="-292608">
              <a:spcAft>
                <a:spcPts val="1000"/>
              </a:spcAft>
              <a:buClr>
                <a:srgbClr val="5A6065"/>
              </a:buClr>
              <a:buFont typeface="Arial"/>
              <a:buChar char="•"/>
            </a:pPr>
            <a:r>
              <a:rPr sz="2000" b="0">
                <a:solidFill>
                  <a:srgbClr val="212427"/>
                </a:solidFill>
                <a:latin typeface="+mn-lt"/>
              </a:rPr>
              <a:t>gpt-oss-120b, am HPI selbst gehostet: 128.000 Tokens pro Anfrage</a:t>
            </a:r>
          </a:p>
          <a:p>
            <a:pPr algn="l" marL="292608" indent="-292608">
              <a:spcAft>
                <a:spcPts val="1000"/>
              </a:spcAft>
              <a:buClr>
                <a:srgbClr val="5A6065"/>
              </a:buClr>
              <a:buFont typeface="Arial"/>
              <a:buChar char="•"/>
            </a:pPr>
            <a:r>
              <a:rPr sz="2000" b="1">
                <a:solidFill>
                  <a:srgbClr val="212427"/>
                </a:solidFill>
                <a:latin typeface="+mn-lt"/>
              </a:rPr>
              <a:t>Belegt: rund 6 %, keine Suche nötig</a:t>
            </a:r>
          </a:p>
        </p:txBody>
      </p:sp>
      <p:pic>
        <p:nvPicPr>
          <p:cNvPr id="6" name="Picture 5" descr="fig-context-window.png"/>
          <p:cNvPicPr>
            <a:picLocks noChangeAspect="1"/>
          </p:cNvPicPr>
          <p:nvPr/>
        </p:nvPicPr>
        <p:blipFill>
          <a:blip r:embed="rId2"/>
          <a:stretch>
            <a:fillRect/>
          </a:stretch>
        </p:blipFill>
        <p:spPr>
          <a:xfrm>
            <a:off x="704088" y="3611880"/>
            <a:ext cx="11064240" cy="1325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Wo RAG gewinnt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371600"/>
            <a:ext cx="11064240" cy="2011680"/>
          </a:xfrm>
          <a:prstGeom prst="rect">
            <a:avLst/>
          </a:prstGeom>
          <a:noFill/>
        </p:spPr>
        <p:txBody>
          <a:bodyPr wrap="square" lIns="0" rIns="0" tIns="0" bIns="0" anchor="t">
            <a:noAutofit/>
          </a:bodyPr>
          <a:lstStyle/>
          <a:p>
            <a:pPr algn="l" marL="292608" indent="-292608">
              <a:spcAft>
                <a:spcPts val="800"/>
              </a:spcAft>
              <a:buClr>
                <a:srgbClr val="5A6065"/>
              </a:buClr>
              <a:buFont typeface="Arial"/>
              <a:buChar char="•"/>
            </a:pPr>
            <a:r>
              <a:rPr sz="1800" b="0">
                <a:solidFill>
                  <a:srgbClr val="212427"/>
                </a:solidFill>
                <a:latin typeface="+mn-lt"/>
              </a:rPr>
              <a:t>10x Seiten: Inhaltsverzeichnis rund 80.000 Tokens, knapp zwei Drittel des Fensters</a:t>
            </a:r>
          </a:p>
          <a:p>
            <a:pPr algn="l" marL="292608" indent="-292608">
              <a:spcAft>
                <a:spcPts val="800"/>
              </a:spcAft>
              <a:buClr>
                <a:srgbClr val="5A6065"/>
              </a:buClr>
              <a:buFont typeface="Arial"/>
              <a:buChar char="•"/>
            </a:pPr>
            <a:r>
              <a:rPr sz="1800" b="0">
                <a:solidFill>
                  <a:srgbClr val="212427"/>
                </a:solidFill>
                <a:latin typeface="+mn-lt"/>
              </a:rPr>
              <a:t>20x Seiten: passt nicht mehr; nötig wären riesige Kontextfenster, lokal kaum zu betreiben</a:t>
            </a:r>
          </a:p>
          <a:p>
            <a:pPr algn="l" marL="292608" indent="-292608">
              <a:spcAft>
                <a:spcPts val="800"/>
              </a:spcAft>
              <a:buClr>
                <a:srgbClr val="5A6065"/>
              </a:buClr>
              <a:buFont typeface="Arial"/>
              <a:buChar char="•"/>
            </a:pPr>
            <a:r>
              <a:rPr sz="1800" b="0">
                <a:solidFill>
                  <a:srgbClr val="212427"/>
                </a:solidFill>
                <a:latin typeface="+mn-lt"/>
              </a:rPr>
              <a:t>Täglich viel Neues: eine Handvoll Menschen gibt nicht mehr alles frei</a:t>
            </a:r>
          </a:p>
          <a:p>
            <a:pPr algn="l" marL="292608" indent="-292608">
              <a:spcAft>
                <a:spcPts val="800"/>
              </a:spcAft>
              <a:buClr>
                <a:srgbClr val="5A6065"/>
              </a:buClr>
              <a:buFont typeface="Arial"/>
              <a:buChar char="•"/>
            </a:pPr>
            <a:r>
              <a:rPr sz="1800" b="1">
                <a:solidFill>
                  <a:srgbClr val="212427"/>
                </a:solidFill>
                <a:latin typeface="+mn-lt"/>
              </a:rPr>
              <a:t>RAG liest nur passende Ausschnitte und wächst mit</a:t>
            </a:r>
          </a:p>
        </p:txBody>
      </p:sp>
      <p:pic>
        <p:nvPicPr>
          <p:cNvPr id="6" name="Picture 5" descr="fig-context-scale.png"/>
          <p:cNvPicPr>
            <a:picLocks noChangeAspect="1"/>
          </p:cNvPicPr>
          <p:nvPr/>
        </p:nvPicPr>
        <p:blipFill>
          <a:blip r:embed="rId2"/>
          <a:stretch>
            <a:fillRect/>
          </a:stretch>
        </p:blipFill>
        <p:spPr>
          <a:xfrm>
            <a:off x="704088" y="3291840"/>
            <a:ext cx="11064240" cy="23317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Wiki oder RAG? Vier Fragen</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graphicFrame>
        <p:nvGraphicFramePr>
          <p:cNvPr id="5" name="Table 4"/>
          <p:cNvGraphicFramePr>
            <a:graphicFrameLocks noGrp="1"/>
          </p:cNvGraphicFramePr>
          <p:nvPr/>
        </p:nvGraphicFramePr>
        <p:xfrm>
          <a:off x="704088" y="1280160"/>
          <a:ext cx="11064240" cy="2423160"/>
        </p:xfrm>
        <a:graphic>
          <a:graphicData uri="http://schemas.openxmlformats.org/drawingml/2006/table">
            <a:tbl>
              <a:tblPr firstRow="0" bandRow="0">
                <a:tableStyleId>{2D5ABB26-0587-4C30-8999-92F81FD0307C}</a:tableStyleId>
              </a:tblPr>
              <a:tblGrid>
                <a:gridCol w="5394960"/>
                <a:gridCol w="3017520"/>
                <a:gridCol w="2651760"/>
              </a:tblGrid>
              <a:tr h="457200">
                <a:tc>
                  <a:txBody>
                    <a:bodyPr wrap="square"/>
                    <a:lstStyle/>
                    <a:p>
                      <a:pPr algn="l">
                        <a:spcAft>
                          <a:spcPts val="200"/>
                        </a:spcAft>
                      </a:pPr>
                      <a:r>
                        <a:rPr sz="1500" b="1">
                          <a:solidFill>
                            <a:srgbClr val="5A6065"/>
                          </a:solidFill>
                          <a:latin typeface="+mn-lt"/>
                        </a:rPr>
                        <a:t/>
                      </a:r>
                    </a:p>
                  </a:txBody>
                  <a:tcPr marL="0" marR="91440" marT="73152" marB="73152" anchor="t">
                    <a:lnL w="0">
                      <a:noFill/>
                    </a:lnL>
                    <a:lnR w="0">
                      <a:noFill/>
                    </a:lnR>
                    <a:lnT w="0">
                      <a:noFill/>
                    </a:lnT>
                    <a:lnB w="12700">
                      <a:solidFill>
                        <a:srgbClr val="5A6065"/>
                      </a:solidFill>
                    </a:lnB>
                    <a:noFill/>
                  </a:tcPr>
                </a:tc>
                <a:tc>
                  <a:txBody>
                    <a:bodyPr wrap="square"/>
                    <a:lstStyle/>
                    <a:p>
                      <a:pPr algn="l">
                        <a:spcAft>
                          <a:spcPts val="200"/>
                        </a:spcAft>
                      </a:pPr>
                      <a:r>
                        <a:rPr sz="1500" b="1">
                          <a:solidFill>
                            <a:srgbClr val="B1063A"/>
                          </a:solidFill>
                          <a:latin typeface="+mn-lt"/>
                        </a:rPr>
                        <a:t>Wiki</a:t>
                      </a:r>
                    </a:p>
                  </a:txBody>
                  <a:tcPr marL="91440" marR="91440" marT="73152" marB="73152" anchor="t">
                    <a:lnL w="0">
                      <a:noFill/>
                    </a:lnL>
                    <a:lnR w="0">
                      <a:noFill/>
                    </a:lnR>
                    <a:lnT w="0">
                      <a:noFill/>
                    </a:lnT>
                    <a:lnB w="25400">
                      <a:solidFill>
                        <a:srgbClr val="B1063A"/>
                      </a:solidFill>
                    </a:lnB>
                    <a:noFill/>
                  </a:tcPr>
                </a:tc>
                <a:tc>
                  <a:txBody>
                    <a:bodyPr wrap="square"/>
                    <a:lstStyle/>
                    <a:p>
                      <a:pPr algn="l">
                        <a:spcAft>
                          <a:spcPts val="200"/>
                        </a:spcAft>
                      </a:pPr>
                      <a:r>
                        <a:rPr sz="1500" b="1">
                          <a:solidFill>
                            <a:srgbClr val="5A6065"/>
                          </a:solidFill>
                          <a:latin typeface="+mn-lt"/>
                        </a:rPr>
                        <a:t>RAG</a:t>
                      </a:r>
                    </a:p>
                  </a:txBody>
                  <a:tcPr marL="91440" marR="91440" marT="73152" marB="73152" anchor="t">
                    <a:lnL w="0">
                      <a:noFill/>
                    </a:lnL>
                    <a:lnR w="0">
                      <a:noFill/>
                    </a:lnR>
                    <a:lnT w="0">
                      <a:noFill/>
                    </a:lnT>
                    <a:lnB w="12700">
                      <a:solidFill>
                        <a:srgbClr val="5A6065"/>
                      </a:solidFill>
                    </a:lnB>
                    <a:noFill/>
                  </a:tcPr>
                </a:tc>
              </a:tr>
              <a:tr h="1097280">
                <a:tc>
                  <a:txBody>
                    <a:bodyPr wrap="square"/>
                    <a:lstStyle/>
                    <a:p>
                      <a:pPr algn="l">
                        <a:spcAft>
                          <a:spcPts val="200"/>
                        </a:spcAft>
                      </a:pPr>
                      <a:r>
                        <a:rPr sz="1600" b="1">
                          <a:solidFill>
                            <a:srgbClr val="212427"/>
                          </a:solidFill>
                          <a:latin typeface="+mn-lt"/>
                        </a:rPr>
                        <a:t>Passt es?</a:t>
                      </a:r>
                    </a:p>
                    <a:p>
                      <a:pPr algn="l">
                        <a:spcAft>
                          <a:spcPts val="200"/>
                        </a:spcAft>
                      </a:pPr>
                      <a:r>
                        <a:rPr sz="1500" b="0">
                          <a:solidFill>
                            <a:srgbClr val="212427"/>
                          </a:solidFill>
                          <a:latin typeface="+mn-lt"/>
                        </a:rPr>
                        <a:t>Umfang (wie viele Seiten: Personen, Projekte, Termine, Abläufe) gegen Hosting (Fenster des Modells, das Sie nutzen dürfen)</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500" b="0">
                          <a:solidFill>
                            <a:srgbClr val="212427"/>
                          </a:solidFill>
                          <a:latin typeface="+mn-lt"/>
                        </a:rPr>
                        <a:t>einige hundert Seiten (rechnerisch bis rund 1.000 bei 128.000 Tokens)</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500" b="0">
                          <a:solidFill>
                            <a:srgbClr val="212427"/>
                          </a:solidFill>
                          <a:latin typeface="+mn-lt"/>
                        </a:rPr>
                        <a:t>tausende Seiten</a:t>
                      </a:r>
                    </a:p>
                  </a:txBody>
                  <a:tcPr marL="91440" marR="91440" marT="73152" marB="73152" anchor="t">
                    <a:lnL w="0">
                      <a:noFill/>
                    </a:lnL>
                    <a:lnR w="0">
                      <a:noFill/>
                    </a:lnR>
                    <a:lnT w="0">
                      <a:noFill/>
                    </a:lnT>
                    <a:lnB w="12700">
                      <a:solidFill>
                        <a:srgbClr val="D6D7D8"/>
                      </a:solidFill>
                    </a:lnB>
                    <a:noFill/>
                  </a:tcPr>
                </a:tc>
              </a:tr>
              <a:tr h="868680">
                <a:tc>
                  <a:txBody>
                    <a:bodyPr wrap="square"/>
                    <a:lstStyle/>
                    <a:p>
                      <a:pPr algn="l">
                        <a:spcAft>
                          <a:spcPts val="200"/>
                        </a:spcAft>
                      </a:pPr>
                      <a:r>
                        <a:rPr sz="1600" b="1">
                          <a:solidFill>
                            <a:srgbClr val="212427"/>
                          </a:solidFill>
                          <a:latin typeface="+mn-lt"/>
                        </a:rPr>
                        <a:t>Schaffen wir es?</a:t>
                      </a:r>
                    </a:p>
                    <a:p>
                      <a:pPr algn="l">
                        <a:spcAft>
                          <a:spcPts val="200"/>
                        </a:spcAft>
                      </a:pPr>
                      <a:r>
                        <a:rPr sz="1500" b="0">
                          <a:solidFill>
                            <a:srgbClr val="212427"/>
                          </a:solidFill>
                          <a:latin typeface="+mn-lt"/>
                        </a:rPr>
                        <a:t>Zufluss (Neues pro Woche) gegen Prüfende (Menschen, die freigeben)</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500" b="0">
                          <a:solidFill>
                            <a:srgbClr val="212427"/>
                          </a:solidFill>
                          <a:latin typeface="+mn-lt"/>
                        </a:rPr>
                        <a:t>eine Handvoll schafft es nebenbei</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500" b="0">
                          <a:solidFill>
                            <a:srgbClr val="212427"/>
                          </a:solidFill>
                          <a:latin typeface="+mn-lt"/>
                        </a:rPr>
                        <a:t>täglich mehr, als sie freigeben können</a:t>
                      </a:r>
                    </a:p>
                  </a:txBody>
                  <a:tcPr marL="91440" marR="91440" marT="73152" marB="73152" anchor="t">
                    <a:lnL w="0">
                      <a:noFill/>
                    </a:lnL>
                    <a:lnR w="0">
                      <a:noFill/>
                    </a:lnR>
                    <a:lnT w="0">
                      <a:noFill/>
                    </a:lnT>
                    <a:lnB w="12700">
                      <a:solidFill>
                        <a:srgbClr val="D6D7D8"/>
                      </a:solidFill>
                    </a:lnB>
                    <a:noFill/>
                  </a:tcPr>
                </a:tc>
              </a:tr>
            </a:tbl>
          </a:graphicData>
        </a:graphic>
      </p:graphicFrame>
      <p:sp>
        <p:nvSpPr>
          <p:cNvPr id="6" name="Rounded Rectangle 5"/>
          <p:cNvSpPr/>
          <p:nvPr/>
        </p:nvSpPr>
        <p:spPr>
          <a:xfrm>
            <a:off x="704088" y="3931920"/>
            <a:ext cx="9006840" cy="1508760"/>
          </a:xfrm>
          <a:prstGeom prst="roundRect">
            <a:avLst>
              <a:gd name="adj" fmla="val 4000"/>
            </a:avLst>
          </a:prstGeom>
          <a:solidFill>
            <a:srgbClr val="FDE9BF"/>
          </a:solidFill>
          <a:ln>
            <a:noFill/>
          </a:ln>
          <a:effectLst/>
        </p:spPr>
        <p:txBody>
          <a:bodyPr rtlCol="0" anchor="ctr" wrap="square" lIns="228600" rIns="228600" tIns="114300" bIns="114300">
            <a:noAutofit/>
          </a:bodyPr>
          <a:lstStyle/>
          <a:p>
            <a:pPr algn="l">
              <a:spcAft>
                <a:spcPts val="400"/>
              </a:spcAft>
            </a:pPr>
            <a:r>
              <a:rPr sz="1600" b="1">
                <a:solidFill>
                  <a:srgbClr val="212427"/>
                </a:solidFill>
                <a:latin typeface="+mn-lt"/>
              </a:rPr>
              <a:t>Faustregel: </a:t>
            </a:r>
            <a:r>
              <a:rPr sz="1600" b="0">
                <a:solidFill>
                  <a:srgbClr val="212427"/>
                </a:solidFill>
                <a:latin typeface="+mn-lt"/>
              </a:rPr>
              <a:t>Beide Paare gehen auf: Wiki.</a:t>
            </a:r>
          </a:p>
          <a:p>
            <a:pPr algn="l">
              <a:spcAft>
                <a:spcPts val="400"/>
              </a:spcAft>
            </a:pPr>
            <a:r>
              <a:rPr sz="1600" b="0">
                <a:solidFill>
                  <a:srgbClr val="212427"/>
                </a:solidFill>
                <a:latin typeface="+mn-lt"/>
              </a:rPr>
              <a:t>Eins geht nicht auf: RAG, oder ein Wiki für den kleinen Kern und RAG für die Masse (z. B. Projektseiten als Wiki, das Archiv aller Protokolle über RAG).</a:t>
            </a:r>
          </a:p>
        </p:txBody>
      </p:sp>
      <p:pic>
        <p:nvPicPr>
          <p:cNvPr id="7" name="Picture 6" descr="qr-readme.png"/>
          <p:cNvPicPr>
            <a:picLocks noChangeAspect="1"/>
          </p:cNvPicPr>
          <p:nvPr/>
        </p:nvPicPr>
        <p:blipFill>
          <a:blip r:embed="rId2"/>
          <a:stretch>
            <a:fillRect/>
          </a:stretch>
        </p:blipFill>
        <p:spPr>
          <a:xfrm>
            <a:off x="10122408" y="3931920"/>
            <a:ext cx="1508760" cy="1508760"/>
          </a:xfrm>
          <a:prstGeom prst="rect">
            <a:avLst/>
          </a:prstGeom>
        </p:spPr>
      </p:pic>
      <p:sp>
        <p:nvSpPr>
          <p:cNvPr id="8" name="TextBox 7"/>
          <p:cNvSpPr txBox="1"/>
          <p:nvPr/>
        </p:nvSpPr>
        <p:spPr>
          <a:xfrm>
            <a:off x="4572000" y="5532120"/>
            <a:ext cx="7196327" cy="274320"/>
          </a:xfrm>
          <a:prstGeom prst="rect">
            <a:avLst/>
          </a:prstGeom>
          <a:noFill/>
        </p:spPr>
        <p:txBody>
          <a:bodyPr wrap="square" lIns="0" rIns="0" tIns="0" bIns="0" anchor="t">
            <a:noAutofit/>
          </a:bodyPr>
          <a:lstStyle/>
          <a:p>
            <a:pPr algn="r">
              <a:spcAft>
                <a:spcPts val="0"/>
              </a:spcAft>
            </a:pPr>
            <a:r>
              <a:rPr sz="1000" b="0">
                <a:solidFill>
                  <a:srgbClr val="5A6065"/>
                </a:solidFill>
                <a:latin typeface="+mn-lt"/>
                <a:hlinkClick r:id="rId3">
                  <a:extLst>
                    <a:ext uri="{A12FA001-AC4F-418D-AE19-62706E023703}">
                      <ahyp:hlinkClr xmlns:ahyp="http://schemas.microsoft.com/office/drawing/2018/hyperlinkcolor" val="tx"/>
                    </a:ext>
                  </a:extLst>
                </a:hlinkClick>
              </a:rPr>
              <a:t>github.com/aihpi/workshop-rag-forum/tree/main/03_workshop/261102-llm-wiki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Anhang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Was ein eigenes Wiki braucht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63040"/>
            <a:ext cx="11064240" cy="3931920"/>
          </a:xfrm>
          <a:prstGeom prst="rect">
            <a:avLst/>
          </a:prstGeom>
          <a:noFill/>
        </p:spPr>
        <p:txBody>
          <a:bodyPr wrap="square" lIns="0" rIns="0" tIns="0" bIns="0" anchor="t">
            <a:noAutofit/>
          </a:bodyPr>
          <a:lstStyle/>
          <a:p>
            <a:pPr algn="l" marL="292608" indent="-292608">
              <a:spcAft>
                <a:spcPts val="1400"/>
              </a:spcAft>
              <a:buClr>
                <a:srgbClr val="5A6065"/>
              </a:buClr>
              <a:buFont typeface="Arial"/>
              <a:buChar char="•"/>
            </a:pPr>
            <a:r>
              <a:rPr sz="2000" b="0">
                <a:solidFill>
                  <a:srgbClr val="212427"/>
                </a:solidFill>
                <a:latin typeface="+mn-lt"/>
              </a:rPr>
              <a:t>Git-Repository mit Änderungsvorschlägen (bei uns GitLab)</a:t>
            </a:r>
          </a:p>
          <a:p>
            <a:pPr algn="l" marL="292608" indent="-292608">
              <a:spcAft>
                <a:spcPts val="1400"/>
              </a:spcAft>
              <a:buClr>
                <a:srgbClr val="5A6065"/>
              </a:buClr>
              <a:buFont typeface="Arial"/>
              <a:buChar char="•"/>
            </a:pPr>
            <a:r>
              <a:rPr sz="2000" b="0">
                <a:solidFill>
                  <a:srgbClr val="212427"/>
                </a:solidFill>
                <a:latin typeface="+mn-lt"/>
              </a:rPr>
              <a:t>KI-Assistent mit Dateizugriff (bei uns Claude Code)</a:t>
            </a:r>
          </a:p>
          <a:p>
            <a:pPr algn="l" marL="292608" indent="-292608">
              <a:spcAft>
                <a:spcPts val="1400"/>
              </a:spcAft>
              <a:buClr>
                <a:srgbClr val="5A6065"/>
              </a:buClr>
              <a:buFont typeface="Arial"/>
              <a:buChar char="•"/>
            </a:pPr>
            <a:r>
              <a:rPr sz="2000" b="0">
                <a:solidFill>
                  <a:srgbClr val="212427"/>
                </a:solidFill>
                <a:latin typeface="+mn-lt"/>
              </a:rPr>
              <a:t>Eine Regeldatei</a:t>
            </a:r>
          </a:p>
          <a:p>
            <a:pPr algn="l" marL="292608" indent="-292608">
              <a:spcAft>
                <a:spcPts val="1400"/>
              </a:spcAft>
              <a:buClr>
                <a:srgbClr val="5A6065"/>
              </a:buClr>
              <a:buFont typeface="Arial"/>
              <a:buChar char="•"/>
            </a:pPr>
            <a:r>
              <a:rPr sz="2000" b="0">
                <a:solidFill>
                  <a:srgbClr val="212427"/>
                </a:solidFill>
                <a:latin typeface="+mn-lt"/>
              </a:rPr>
              <a:t>Ein Prüfskript für Pflichtfelder und Datenschutz</a:t>
            </a:r>
          </a:p>
          <a:p>
            <a:pPr algn="l" marL="292608" indent="-292608">
              <a:spcAft>
                <a:spcPts val="1400"/>
              </a:spcAft>
              <a:buClr>
                <a:srgbClr val="5A6065"/>
              </a:buClr>
              <a:buFont typeface="Arial"/>
              <a:buChar char="•"/>
            </a:pPr>
            <a:r>
              <a:rPr sz="2000" b="0">
                <a:solidFill>
                  <a:srgbClr val="212427"/>
                </a:solidFill>
                <a:latin typeface="+mn-lt"/>
              </a:rPr>
              <a:t>Quellen bleiben, wo sie sind (Nextcloud, Confluence)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Freigabe und Bestätigung</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graphicFrame>
        <p:nvGraphicFramePr>
          <p:cNvPr id="5" name="Table 4"/>
          <p:cNvGraphicFramePr>
            <a:graphicFrameLocks noGrp="1"/>
          </p:cNvGraphicFramePr>
          <p:nvPr/>
        </p:nvGraphicFramePr>
        <p:xfrm>
          <a:off x="704088" y="1463040"/>
          <a:ext cx="11064240" cy="1463040"/>
        </p:xfrm>
        <a:graphic>
          <a:graphicData uri="http://schemas.openxmlformats.org/drawingml/2006/table">
            <a:tbl>
              <a:tblPr firstRow="0" bandRow="0">
                <a:tableStyleId>{2D5ABB26-0587-4C30-8999-92F81FD0307C}</a:tableStyleId>
              </a:tblPr>
              <a:tblGrid>
                <a:gridCol w="2743200"/>
                <a:gridCol w="8321040"/>
              </a:tblGrid>
              <a:tr h="365760">
                <a:tc>
                  <a:txBody>
                    <a:bodyPr wrap="square"/>
                    <a:lstStyle/>
                    <a:p>
                      <a:pPr algn="l">
                        <a:spcAft>
                          <a:spcPts val="200"/>
                        </a:spcAft>
                      </a:pPr>
                      <a:r>
                        <a:rPr sz="1800" b="1">
                          <a:solidFill>
                            <a:srgbClr val="212427"/>
                          </a:solidFill>
                          <a:latin typeface="+mn-lt"/>
                        </a:rPr>
                        <a:t>Freigabe</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ein Mensch stimmt einer Änderung zu</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800" b="1">
                          <a:solidFill>
                            <a:srgbClr val="212427"/>
                          </a:solidFill>
                          <a:latin typeface="+mn-lt"/>
                        </a:rPr>
                        <a:t>Bestätigung</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die Person, um deren Seite es geht, bestätigt den Inhalt (Stempel mit Datum, Name, Prüfsumme)</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800" b="1">
                          <a:solidFill>
                            <a:srgbClr val="212427"/>
                          </a:solidFill>
                          <a:latin typeface="+mn-lt"/>
                        </a:rPr>
                        <a:t>Status</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bestätigt, nach Bestätigung geändert, unbestätigt</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800" b="1">
                          <a:solidFill>
                            <a:srgbClr val="212427"/>
                          </a:solidFill>
                          <a:latin typeface="+mn-lt"/>
                        </a:rPr>
                        <a:t>Vertrauen</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Punkte für Quellen und Bestätigung, Abzug für Alter und offene Fragen</a:t>
                      </a:r>
                    </a:p>
                  </a:txBody>
                  <a:tcPr marL="91440" marR="91440" marT="73152" marB="73152" anchor="t">
                    <a:lnL w="0">
                      <a:noFill/>
                    </a:lnL>
                    <a:lnR w="0">
                      <a:noFill/>
                    </a:lnR>
                    <a:lnT w="0">
                      <a:noFill/>
                    </a:lnT>
                    <a:lnB w="12700">
                      <a:solidFill>
                        <a:srgbClr val="D6D7D8"/>
                      </a:solidFill>
                    </a:lnB>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Automatische Prüfungen bei jedem Änderungsvorschlag</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63040"/>
            <a:ext cx="11064240" cy="3931920"/>
          </a:xfrm>
          <a:prstGeom prst="rect">
            <a:avLst/>
          </a:prstGeom>
          <a:noFill/>
        </p:spPr>
        <p:txBody>
          <a:bodyPr wrap="square" lIns="0" rIns="0" tIns="0" bIns="0" anchor="t">
            <a:noAutofit/>
          </a:bodyPr>
          <a:lstStyle/>
          <a:p>
            <a:pPr algn="l" marL="292608" indent="-292608">
              <a:spcAft>
                <a:spcPts val="1400"/>
              </a:spcAft>
              <a:buClr>
                <a:srgbClr val="5A6065"/>
              </a:buClr>
              <a:buFont typeface="Arial"/>
              <a:buChar char="•"/>
            </a:pPr>
            <a:r>
              <a:rPr sz="2000" b="0">
                <a:solidFill>
                  <a:srgbClr val="212427"/>
                </a:solidFill>
                <a:latin typeface="+mn-lt"/>
              </a:rPr>
              <a:t>Inhaltsverzeichnis aktuell</a:t>
            </a:r>
          </a:p>
          <a:p>
            <a:pPr algn="l" marL="292608" indent="-292608">
              <a:spcAft>
                <a:spcPts val="1400"/>
              </a:spcAft>
              <a:buClr>
                <a:srgbClr val="5A6065"/>
              </a:buClr>
              <a:buFont typeface="Arial"/>
              <a:buChar char="•"/>
            </a:pPr>
            <a:r>
              <a:rPr sz="2000" b="0">
                <a:solidFill>
                  <a:srgbClr val="212427"/>
                </a:solidFill>
                <a:latin typeface="+mn-lt"/>
              </a:rPr>
              <a:t>Pflichtfelder vorhanden</a:t>
            </a:r>
          </a:p>
          <a:p>
            <a:pPr algn="l" marL="292608" indent="-292608">
              <a:spcAft>
                <a:spcPts val="1400"/>
              </a:spcAft>
              <a:buClr>
                <a:srgbClr val="5A6065"/>
              </a:buClr>
              <a:buFont typeface="Arial"/>
              <a:buChar char="•"/>
            </a:pPr>
            <a:r>
              <a:rPr sz="2000" b="0">
                <a:solidFill>
                  <a:srgbClr val="212427"/>
                </a:solidFill>
                <a:latin typeface="+mn-lt"/>
              </a:rPr>
              <a:t>Links lösen auf</a:t>
            </a:r>
          </a:p>
          <a:p>
            <a:pPr algn="l" marL="292608" indent="-292608">
              <a:spcAft>
                <a:spcPts val="1400"/>
              </a:spcAft>
              <a:buClr>
                <a:srgbClr val="5A6065"/>
              </a:buClr>
              <a:buFont typeface="Arial"/>
              <a:buChar char="•"/>
            </a:pPr>
            <a:r>
              <a:rPr sz="2000" b="0">
                <a:solidFill>
                  <a:srgbClr val="212427"/>
                </a:solidFill>
                <a:latin typeface="+mn-lt"/>
              </a:rPr>
              <a:t>Keine Mailadressen oder Telefonnummern</a:t>
            </a:r>
          </a:p>
          <a:p>
            <a:pPr algn="l" marL="292608" indent="-292608">
              <a:spcAft>
                <a:spcPts val="1400"/>
              </a:spcAft>
              <a:buClr>
                <a:srgbClr val="5A6065"/>
              </a:buClr>
              <a:buFont typeface="Arial"/>
              <a:buChar char="•"/>
            </a:pPr>
            <a:r>
              <a:rPr sz="2000" b="0">
                <a:solidFill>
                  <a:srgbClr val="212427"/>
                </a:solidFill>
                <a:latin typeface="+mn-lt"/>
              </a:rPr>
              <a:t>Stempel nur von der Person, die bestätigt hat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Wer darf was ändern</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graphicFrame>
        <p:nvGraphicFramePr>
          <p:cNvPr id="5" name="Table 4"/>
          <p:cNvGraphicFramePr>
            <a:graphicFrameLocks noGrp="1"/>
          </p:cNvGraphicFramePr>
          <p:nvPr/>
        </p:nvGraphicFramePr>
        <p:xfrm>
          <a:off x="704088" y="1463040"/>
          <a:ext cx="11064240" cy="1097280"/>
        </p:xfrm>
        <a:graphic>
          <a:graphicData uri="http://schemas.openxmlformats.org/drawingml/2006/table">
            <a:tbl>
              <a:tblPr firstRow="0" bandRow="0">
                <a:tableStyleId>{2D5ABB26-0587-4C30-8999-92F81FD0307C}</a:tableStyleId>
              </a:tblPr>
              <a:tblGrid>
                <a:gridCol w="3291840"/>
                <a:gridCol w="7772400"/>
              </a:tblGrid>
              <a:tr h="365760">
                <a:tc>
                  <a:txBody>
                    <a:bodyPr wrap="square"/>
                    <a:lstStyle/>
                    <a:p>
                      <a:pPr algn="l">
                        <a:spcAft>
                          <a:spcPts val="200"/>
                        </a:spcAft>
                      </a:pPr>
                      <a:r>
                        <a:rPr sz="1800" b="1">
                          <a:solidFill>
                            <a:srgbClr val="212427"/>
                          </a:solidFill>
                          <a:latin typeface="+mn-lt"/>
                        </a:rPr>
                        <a:t>Frei</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neue Seiten, Themenseiten</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800" b="1">
                          <a:solidFill>
                            <a:srgbClr val="212427"/>
                          </a:solidFill>
                          <a:latin typeface="+mn-lt"/>
                        </a:rPr>
                        <a:t>Nach Ja</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Änderungen an bestehenden Seiten und Personenseiten</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800" b="1">
                          <a:solidFill>
                            <a:srgbClr val="212427"/>
                          </a:solidFill>
                          <a:latin typeface="+mn-lt"/>
                        </a:rPr>
                        <a:t>Nur auf eigenes Wort</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800" b="0">
                          <a:solidFill>
                            <a:srgbClr val="212427"/>
                          </a:solidFill>
                          <a:latin typeface="+mn-lt"/>
                        </a:rPr>
                        <a:t>Arbeitsweise und Ansprache auf der eigenen Personenseite</a:t>
                      </a:r>
                    </a:p>
                  </a:txBody>
                  <a:tcPr marL="91440" marR="91440" marT="73152" marB="73152" anchor="t">
                    <a:lnL w="0">
                      <a:noFill/>
                    </a:lnL>
                    <a:lnR w="0">
                      <a:noFill/>
                    </a:lnR>
                    <a:lnT w="0">
                      <a:noFill/>
                    </a:lnT>
                    <a:lnB w="12700">
                      <a:solidFill>
                        <a:srgbClr val="D6D7D8"/>
                      </a:solidFill>
                    </a:lnB>
                    <a:no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Was nie ins Wiki kommt</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63040"/>
            <a:ext cx="11064240" cy="3931920"/>
          </a:xfrm>
          <a:prstGeom prst="rect">
            <a:avLst/>
          </a:prstGeom>
          <a:noFill/>
        </p:spPr>
        <p:txBody>
          <a:bodyPr wrap="square" lIns="0" rIns="0" tIns="0" bIns="0" anchor="t">
            <a:noAutofit/>
          </a:bodyPr>
          <a:lstStyle/>
          <a:p>
            <a:pPr algn="l" marL="292608" indent="-292608">
              <a:spcAft>
                <a:spcPts val="1400"/>
              </a:spcAft>
              <a:buClr>
                <a:srgbClr val="5A6065"/>
              </a:buClr>
              <a:buFont typeface="Arial"/>
              <a:buChar char="•"/>
            </a:pPr>
            <a:r>
              <a:rPr sz="2000" b="0">
                <a:solidFill>
                  <a:srgbClr val="212427"/>
                </a:solidFill>
                <a:latin typeface="+mn-lt"/>
              </a:rPr>
              <a:t>Daten von Teilnehmenden</a:t>
            </a:r>
          </a:p>
          <a:p>
            <a:pPr algn="l" marL="292608" indent="-292608">
              <a:spcAft>
                <a:spcPts val="1400"/>
              </a:spcAft>
              <a:buClr>
                <a:srgbClr val="5A6065"/>
              </a:buClr>
              <a:buFont typeface="Arial"/>
              <a:buChar char="•"/>
            </a:pPr>
            <a:r>
              <a:rPr sz="2000" b="0">
                <a:solidFill>
                  <a:srgbClr val="212427"/>
                </a:solidFill>
                <a:latin typeface="+mn-lt"/>
              </a:rPr>
              <a:t>Private Mailadressen und Telefonnummern</a:t>
            </a:r>
          </a:p>
          <a:p>
            <a:pPr algn="l" marL="292608" indent="-292608">
              <a:spcAft>
                <a:spcPts val="1400"/>
              </a:spcAft>
              <a:buClr>
                <a:srgbClr val="5A6065"/>
              </a:buClr>
              <a:buFont typeface="Arial"/>
              <a:buChar char="•"/>
            </a:pPr>
            <a:r>
              <a:rPr sz="2000" b="0">
                <a:solidFill>
                  <a:srgbClr val="212427"/>
                </a:solidFill>
                <a:latin typeface="+mn-lt"/>
              </a:rPr>
              <a:t>Bewertungen von Kolleg:innen</a:t>
            </a:r>
          </a:p>
          <a:p>
            <a:pPr algn="l" marL="292608" indent="-292608">
              <a:spcAft>
                <a:spcPts val="1400"/>
              </a:spcAft>
              <a:buClr>
                <a:srgbClr val="5A6065"/>
              </a:buClr>
              <a:buFont typeface="Arial"/>
              <a:buChar char="•"/>
            </a:pPr>
            <a:r>
              <a:rPr sz="2000" b="0">
                <a:solidFill>
                  <a:srgbClr val="212427"/>
                </a:solidFill>
                <a:latin typeface="+mn-lt"/>
              </a:rPr>
              <a:t>Als vertraulich markierte Details</a:t>
            </a:r>
          </a:p>
          <a:p>
            <a:pPr algn="l" marL="292608" indent="-292608">
              <a:spcAft>
                <a:spcPts val="1400"/>
              </a:spcAft>
              <a:buClr>
                <a:srgbClr val="5A6065"/>
              </a:buClr>
              <a:buFont typeface="Arial"/>
              <a:buChar char="•"/>
            </a:pPr>
            <a:r>
              <a:rPr sz="2000" b="0">
                <a:solidFill>
                  <a:srgbClr val="212427"/>
                </a:solidFill>
                <a:latin typeface="+mn-lt"/>
              </a:rPr>
              <a:t>Alles, was eine Person aus einer Sprechstunde erkennbar macht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Zum Nachlesen</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5" name="TextBox 4"/>
          <p:cNvSpPr txBox="1"/>
          <p:nvPr/>
        </p:nvSpPr>
        <p:spPr>
          <a:xfrm>
            <a:off x="704088" y="1463040"/>
            <a:ext cx="9052560" cy="4023360"/>
          </a:xfrm>
          <a:prstGeom prst="rect">
            <a:avLst/>
          </a:prstGeom>
          <a:noFill/>
        </p:spPr>
        <p:txBody>
          <a:bodyPr wrap="square" lIns="0" rIns="0" tIns="0" bIns="0" anchor="t">
            <a:noAutofit/>
          </a:bodyPr>
          <a:lstStyle/>
          <a:p>
            <a:pPr algn="l">
              <a:spcAft>
                <a:spcPts val="400"/>
              </a:spcAft>
            </a:pPr>
            <a:r>
              <a:rPr sz="2000" b="0">
                <a:solidFill>
                  <a:srgbClr val="212427"/>
                </a:solidFill>
                <a:latin typeface="+mn-lt"/>
              </a:rPr>
              <a:t>Andrej Karpathy, LLM Wiki:</a:t>
            </a:r>
          </a:p>
          <a:p>
            <a:pPr algn="l">
              <a:spcAft>
                <a:spcPts val="2600"/>
              </a:spcAft>
            </a:pPr>
            <a:r>
              <a:rPr sz="1400" b="0">
                <a:solidFill>
                  <a:srgbClr val="5A6065"/>
                </a:solidFill>
                <a:latin typeface="+mn-lt"/>
                <a:hlinkClick r:id="rId2">
                  <a:extLst>
                    <a:ext uri="{A12FA001-AC4F-418D-AE19-62706E023703}">
                      <ahyp:hlinkClr xmlns:ahyp="http://schemas.microsoft.com/office/drawing/2018/hyperlinkcolor" val="tx"/>
                    </a:ext>
                  </a:extLst>
                </a:hlinkClick>
              </a:rPr>
              <a:t>https://gist.github.com/karpathy/442a6bf555914893e9891c11519de94f</a:t>
            </a:r>
          </a:p>
          <a:p>
            <a:pPr algn="l">
              <a:spcAft>
                <a:spcPts val="400"/>
              </a:spcAft>
            </a:pPr>
            <a:r>
              <a:rPr sz="2000" b="0">
                <a:solidFill>
                  <a:srgbClr val="212427"/>
                </a:solidFill>
                <a:latin typeface="+mn-lt"/>
              </a:rPr>
              <a:t>Überblick:</a:t>
            </a:r>
          </a:p>
          <a:p>
            <a:pPr algn="l">
              <a:spcAft>
                <a:spcPts val="2600"/>
              </a:spcAft>
            </a:pPr>
            <a:r>
              <a:rPr sz="1400" b="0">
                <a:solidFill>
                  <a:srgbClr val="5A6065"/>
                </a:solidFill>
                <a:latin typeface="+mn-lt"/>
                <a:hlinkClick r:id="rId3">
                  <a:extLst>
                    <a:ext uri="{A12FA001-AC4F-418D-AE19-62706E023703}">
                      <ahyp:hlinkClr xmlns:ahyp="http://schemas.microsoft.com/office/drawing/2018/hyperlinkcolor" val="tx"/>
                    </a:ext>
                  </a:extLst>
                </a:hlinkClick>
              </a:rPr>
              <a:t>https://blog.starmorph.com/blog/karpathy-llm-wiki-knowledge-base-guide</a:t>
            </a:r>
          </a:p>
          <a:p>
            <a:pPr algn="l">
              <a:spcAft>
                <a:spcPts val="400"/>
              </a:spcAft>
            </a:pPr>
            <a:r>
              <a:rPr sz="2000" b="0">
                <a:solidFill>
                  <a:srgbClr val="212427"/>
                </a:solidFill>
                <a:latin typeface="+mn-lt"/>
              </a:rPr>
              <a:t>README dieser Sitzung mit den vier Fragen und den Folien</a:t>
            </a:r>
          </a:p>
          <a:p>
            <a:pPr algn="l">
              <a:spcAft>
                <a:spcPts val="2600"/>
              </a:spcAft>
            </a:pPr>
            <a:r>
              <a:rPr sz="1400" b="0">
                <a:solidFill>
                  <a:srgbClr val="5A6065"/>
                </a:solidFill>
                <a:latin typeface="+mn-lt"/>
                <a:hlinkClick r:id="rId4">
                  <a:extLst>
                    <a:ext uri="{A12FA001-AC4F-418D-AE19-62706E023703}">
                      <ahyp:hlinkClr xmlns:ahyp="http://schemas.microsoft.com/office/drawing/2018/hyperlinkcolor" val="tx"/>
                    </a:ext>
                  </a:extLst>
                </a:hlinkClick>
              </a:rPr>
              <a:t>https://github.com/aihpi/workshop-rag-forum/tree/main/03_workshop/261102-llm-wiki</a:t>
            </a:r>
          </a:p>
        </p:txBody>
      </p:sp>
      <p:pic>
        <p:nvPicPr>
          <p:cNvPr id="6" name="Picture 5" descr="qr-readme.png"/>
          <p:cNvPicPr>
            <a:picLocks noChangeAspect="1"/>
          </p:cNvPicPr>
          <p:nvPr/>
        </p:nvPicPr>
        <p:blipFill>
          <a:blip r:embed="rId5"/>
          <a:stretch>
            <a:fillRect/>
          </a:stretch>
        </p:blipFill>
        <p:spPr>
          <a:xfrm>
            <a:off x="10058400" y="3657600"/>
            <a:ext cx="1691640" cy="16916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704088" y="164592"/>
            <a:ext cx="9418320" cy="886968"/>
          </a:xfrm>
        </p:spPr>
        <p:txBody>
          <a:bodyPr/>
          <a:lstStyle/>
          <a:p>
            <a:pPr>
              <a:lnSpc>
                <a:spcPct val="100000"/>
              </a:lnSpc>
            </a:pPr>
            <a:r>
              <a:rPr sz="2800"/>
              <a:t>Umsetzungen aus der Community</a:t>
            </a:r>
          </a:p>
        </p:txBody>
      </p:sp>
      <p:sp>
        <p:nvSpPr>
          <p:cNvPr id="4"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graphicFrame>
        <p:nvGraphicFramePr>
          <p:cNvPr id="5" name="Table 4"/>
          <p:cNvGraphicFramePr>
            <a:graphicFrameLocks noGrp="1"/>
          </p:cNvGraphicFramePr>
          <p:nvPr/>
        </p:nvGraphicFramePr>
        <p:xfrm>
          <a:off x="704088" y="1280160"/>
          <a:ext cx="11064240" cy="2926080"/>
        </p:xfrm>
        <a:graphic>
          <a:graphicData uri="http://schemas.openxmlformats.org/drawingml/2006/table">
            <a:tbl>
              <a:tblPr firstRow="0" bandRow="0">
                <a:tableStyleId>{2D5ABB26-0587-4C30-8999-92F81FD0307C}</a:tableStyleId>
              </a:tblPr>
              <a:tblGrid>
                <a:gridCol w="1828800"/>
                <a:gridCol w="3931920"/>
                <a:gridCol w="5303520"/>
              </a:tblGrid>
              <a:tr h="365760">
                <a:tc>
                  <a:txBody>
                    <a:bodyPr wrap="square"/>
                    <a:lstStyle/>
                    <a:p>
                      <a:pPr algn="l">
                        <a:spcAft>
                          <a:spcPts val="200"/>
                        </a:spcAft>
                      </a:pPr>
                      <a:r>
                        <a:rPr sz="1200" b="1">
                          <a:solidFill>
                            <a:srgbClr val="5A6065"/>
                          </a:solidFill>
                          <a:latin typeface="+mn-lt"/>
                        </a:rPr>
                        <a:t>Projekt</a:t>
                      </a:r>
                    </a:p>
                  </a:txBody>
                  <a:tcPr marL="0" marR="91440" marT="73152" marB="73152" anchor="t">
                    <a:lnL w="0">
                      <a:noFill/>
                    </a:lnL>
                    <a:lnR w="0">
                      <a:noFill/>
                    </a:lnR>
                    <a:lnT w="0">
                      <a:noFill/>
                    </a:lnT>
                    <a:lnB w="12700">
                      <a:solidFill>
                        <a:srgbClr val="5A6065"/>
                      </a:solidFill>
                    </a:lnB>
                    <a:noFill/>
                  </a:tcPr>
                </a:tc>
                <a:tc>
                  <a:txBody>
                    <a:bodyPr wrap="square"/>
                    <a:lstStyle/>
                    <a:p>
                      <a:pPr algn="l">
                        <a:spcAft>
                          <a:spcPts val="200"/>
                        </a:spcAft>
                      </a:pPr>
                      <a:r>
                        <a:rPr sz="1200" b="1">
                          <a:solidFill>
                            <a:srgbClr val="5A6065"/>
                          </a:solidFill>
                          <a:latin typeface="+mn-lt"/>
                        </a:rPr>
                        <a:t>Beschreibung</a:t>
                      </a:r>
                    </a:p>
                  </a:txBody>
                  <a:tcPr marL="91440" marR="91440" marT="73152" marB="73152" anchor="t">
                    <a:lnL w="0">
                      <a:noFill/>
                    </a:lnL>
                    <a:lnR w="0">
                      <a:noFill/>
                    </a:lnR>
                    <a:lnT w="0">
                      <a:noFill/>
                    </a:lnT>
                    <a:lnB w="12700">
                      <a:solidFill>
                        <a:srgbClr val="5A6065"/>
                      </a:solidFill>
                    </a:lnB>
                    <a:noFill/>
                  </a:tcPr>
                </a:tc>
                <a:tc>
                  <a:txBody>
                    <a:bodyPr wrap="square"/>
                    <a:lstStyle/>
                    <a:p>
                      <a:pPr algn="l">
                        <a:spcAft>
                          <a:spcPts val="200"/>
                        </a:spcAft>
                      </a:pPr>
                      <a:r>
                        <a:rPr sz="1200" b="1">
                          <a:solidFill>
                            <a:srgbClr val="5A6065"/>
                          </a:solidFill>
                          <a:latin typeface="+mn-lt"/>
                        </a:rPr>
                        <a:t>Link</a:t>
                      </a:r>
                    </a:p>
                  </a:txBody>
                  <a:tcPr marL="91440" marR="91440" marT="73152" marB="73152" anchor="t">
                    <a:lnL w="0">
                      <a:noFill/>
                    </a:lnL>
                    <a:lnR w="0">
                      <a:noFill/>
                    </a:lnR>
                    <a:lnT w="0">
                      <a:noFill/>
                    </a:lnT>
                    <a:lnB w="12700">
                      <a:solidFill>
                        <a:srgbClr val="5A6065"/>
                      </a:solidFill>
                    </a:lnB>
                    <a:noFill/>
                  </a:tcPr>
                </a:tc>
              </a:tr>
              <a:tr h="365760">
                <a:tc>
                  <a:txBody>
                    <a:bodyPr wrap="square"/>
                    <a:lstStyle/>
                    <a:p>
                      <a:pPr algn="l">
                        <a:spcAft>
                          <a:spcPts val="200"/>
                        </a:spcAft>
                      </a:pPr>
                      <a:r>
                        <a:rPr sz="1200" b="1">
                          <a:solidFill>
                            <a:srgbClr val="212427"/>
                          </a:solidFill>
                          <a:latin typeface="+mn-lt"/>
                        </a:rPr>
                        <a:t>llmwiki</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Dokumente hochladen, Claude über MCP verbinden, Wiki schreiben lassen</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2">
                            <a:extLst>
                              <a:ext uri="{A12FA001-AC4F-418D-AE19-62706E023703}">
                                <ahyp:hlinkClr xmlns:ahyp="http://schemas.microsoft.com/office/drawing/2018/hyperlinkcolor" val="tx"/>
                              </a:ext>
                            </a:extLst>
                          </a:hlinkClick>
                        </a:rPr>
                        <a:t>github.com/lucasastorian/llmwiki</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200" b="1">
                          <a:solidFill>
                            <a:srgbClr val="212427"/>
                          </a:solidFill>
                          <a:latin typeface="+mn-lt"/>
                        </a:rPr>
                        <a:t>obsidian-wiki</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Rahmen für KI-Agenten, die Obsidian-Wikis nach Karpathys Muster bauen</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3">
                            <a:extLst>
                              <a:ext uri="{A12FA001-AC4F-418D-AE19-62706E023703}">
                                <ahyp:hlinkClr xmlns:ahyp="http://schemas.microsoft.com/office/drawing/2018/hyperlinkcolor" val="tx"/>
                              </a:ext>
                            </a:extLst>
                          </a:hlinkClick>
                        </a:rPr>
                        <a:t>github.com/Ar9av/obsidian-wiki</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200" b="1">
                          <a:solidFill>
                            <a:srgbClr val="212427"/>
                          </a:solidFill>
                          <a:latin typeface="+mn-lt"/>
                        </a:rPr>
                        <a:t>second-brain</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von einem LLM gepflegte persönliche Wissensbasis für Obsidian</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4">
                            <a:extLst>
                              <a:ext uri="{A12FA001-AC4F-418D-AE19-62706E023703}">
                                <ahyp:hlinkClr xmlns:ahyp="http://schemas.microsoft.com/office/drawing/2018/hyperlinkcolor" val="tx"/>
                              </a:ext>
                            </a:extLst>
                          </a:hlinkClick>
                        </a:rPr>
                        <a:t>github.com/NicholasSpisak/second-brain</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200" b="1">
                          <a:solidFill>
                            <a:srgbClr val="212427"/>
                          </a:solidFill>
                          <a:latin typeface="+mn-lt"/>
                        </a:rPr>
                        <a:t>llm-wiki-compiler</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verdichtet Markdown-Dateien zu Wikis nach Themen</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5">
                            <a:extLst>
                              <a:ext uri="{A12FA001-AC4F-418D-AE19-62706E023703}">
                                <ahyp:hlinkClr xmlns:ahyp="http://schemas.microsoft.com/office/drawing/2018/hyperlinkcolor" val="tx"/>
                              </a:ext>
                            </a:extLst>
                          </a:hlinkClick>
                        </a:rPr>
                        <a:t>github.com/ussumant/llm-wiki-compiler</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200" b="1">
                          <a:solidFill>
                            <a:srgbClr val="212427"/>
                          </a:solidFill>
                          <a:latin typeface="+mn-lt"/>
                        </a:rPr>
                        <a:t>CacheZero</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das Muster als ein npm-Paket</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6">
                            <a:extLst>
                              <a:ext uri="{A12FA001-AC4F-418D-AE19-62706E023703}">
                                <ahyp:hlinkClr xmlns:ahyp="http://schemas.microsoft.com/office/drawing/2018/hyperlinkcolor" val="tx"/>
                              </a:ext>
                            </a:extLst>
                          </a:hlinkClick>
                        </a:rPr>
                        <a:t>news.ycombinator.com/item?id=47667723</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200" b="1">
                          <a:solidFill>
                            <a:srgbClr val="212427"/>
                          </a:solidFill>
                          <a:latin typeface="+mn-lt"/>
                        </a:rPr>
                        <a:t>wiki-skills</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Claude-Code-Skills für das Muster</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7">
                            <a:extLst>
                              <a:ext uri="{A12FA001-AC4F-418D-AE19-62706E023703}">
                                <ahyp:hlinkClr xmlns:ahyp="http://schemas.microsoft.com/office/drawing/2018/hyperlinkcolor" val="tx"/>
                              </a:ext>
                            </a:extLst>
                          </a:hlinkClick>
                        </a:rPr>
                        <a:t>github.com/kfchou/wiki-skills</a:t>
                      </a:r>
                    </a:p>
                  </a:txBody>
                  <a:tcPr marL="91440" marR="91440" marT="73152" marB="73152" anchor="t">
                    <a:lnL w="0">
                      <a:noFill/>
                    </a:lnL>
                    <a:lnR w="0">
                      <a:noFill/>
                    </a:lnR>
                    <a:lnT w="0">
                      <a:noFill/>
                    </a:lnT>
                    <a:lnB w="12700">
                      <a:solidFill>
                        <a:srgbClr val="D6D7D8"/>
                      </a:solidFill>
                    </a:lnB>
                    <a:noFill/>
                  </a:tcPr>
                </a:tc>
              </a:tr>
              <a:tr h="365760">
                <a:tc>
                  <a:txBody>
                    <a:bodyPr wrap="square"/>
                    <a:lstStyle/>
                    <a:p>
                      <a:pPr algn="l">
                        <a:spcAft>
                          <a:spcPts val="200"/>
                        </a:spcAft>
                      </a:pPr>
                      <a:r>
                        <a:rPr sz="1200" b="1">
                          <a:solidFill>
                            <a:srgbClr val="212427"/>
                          </a:solidFill>
                          <a:latin typeface="+mn-lt"/>
                        </a:rPr>
                        <a:t>LLM Wiki v2</a:t>
                      </a:r>
                    </a:p>
                  </a:txBody>
                  <a:tcPr marL="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212427"/>
                          </a:solidFill>
                          <a:latin typeface="+mn-lt"/>
                        </a:rPr>
                        <a:t>erweitertes Muster mit Gedächtnis-Lebenszyklus und Vertrauenswerten</a:t>
                      </a:r>
                    </a:p>
                  </a:txBody>
                  <a:tcPr marL="91440" marR="91440" marT="73152" marB="73152" anchor="t">
                    <a:lnL w="0">
                      <a:noFill/>
                    </a:lnL>
                    <a:lnR w="0">
                      <a:noFill/>
                    </a:lnR>
                    <a:lnT w="0">
                      <a:noFill/>
                    </a:lnT>
                    <a:lnB w="12700">
                      <a:solidFill>
                        <a:srgbClr val="D6D7D8"/>
                      </a:solidFill>
                    </a:lnB>
                    <a:noFill/>
                  </a:tcPr>
                </a:tc>
                <a:tc>
                  <a:txBody>
                    <a:bodyPr wrap="square"/>
                    <a:lstStyle/>
                    <a:p>
                      <a:pPr algn="l">
                        <a:spcAft>
                          <a:spcPts val="200"/>
                        </a:spcAft>
                      </a:pPr>
                      <a:r>
                        <a:rPr sz="1200" b="0">
                          <a:solidFill>
                            <a:srgbClr val="5A6065"/>
                          </a:solidFill>
                          <a:latin typeface="+mn-lt"/>
                          <a:hlinkClick r:id="rId8">
                            <a:extLst>
                              <a:ext uri="{A12FA001-AC4F-418D-AE19-62706E023703}">
                                <ahyp:hlinkClr xmlns:ahyp="http://schemas.microsoft.com/office/drawing/2018/hyperlinkcolor" val="tx"/>
                              </a:ext>
                            </a:extLst>
                          </a:hlinkClick>
                        </a:rPr>
                        <a:t>gist.github.com/rohitg00/2067ab416f7bbe447c1977edaaa681e2</a:t>
                      </a:r>
                    </a:p>
                  </a:txBody>
                  <a:tcPr marL="91440" marR="91440" marT="73152" marB="73152" anchor="t">
                    <a:lnL w="0">
                      <a:noFill/>
                    </a:lnL>
                    <a:lnR w="0">
                      <a:noFill/>
                    </a:lnR>
                    <a:lnT w="0">
                      <a:noFill/>
                    </a:lnT>
                    <a:lnB w="12700">
                      <a:solidFill>
                        <a:srgbClr val="D6D7D8"/>
                      </a:solidFill>
                    </a:lnB>
                    <a:noFill/>
                  </a:tcPr>
                </a:tc>
              </a:tr>
            </a:tbl>
          </a:graphicData>
        </a:graphic>
      </p:graphicFrame>
      <p:sp>
        <p:nvSpPr>
          <p:cNvPr id="6" name="TextBox 5"/>
          <p:cNvSpPr txBox="1"/>
          <p:nvPr/>
        </p:nvSpPr>
        <p:spPr>
          <a:xfrm>
            <a:off x="3657600" y="5577840"/>
            <a:ext cx="8110727" cy="274320"/>
          </a:xfrm>
          <a:prstGeom prst="rect">
            <a:avLst/>
          </a:prstGeom>
          <a:noFill/>
        </p:spPr>
        <p:txBody>
          <a:bodyPr wrap="square" lIns="0" rIns="0" tIns="0" bIns="0" anchor="t">
            <a:noAutofit/>
          </a:bodyPr>
          <a:lstStyle/>
          <a:p>
            <a:pPr algn="r">
              <a:spcAft>
                <a:spcPts val="0"/>
              </a:spcAft>
            </a:pPr>
            <a:r>
              <a:rPr sz="1100" b="0">
                <a:solidFill>
                  <a:srgbClr val="5A6065"/>
                </a:solidFill>
                <a:latin typeface="+mn-lt"/>
              </a:rPr>
              <a:t>Quelle: Starmorph, </a:t>
            </a:r>
            <a:r>
              <a:rPr sz="1100" b="0">
                <a:solidFill>
                  <a:srgbClr val="5A6065"/>
                </a:solidFill>
                <a:latin typeface="+mn-lt"/>
                <a:hlinkClick r:id="rId9">
                  <a:extLst>
                    <a:ext uri="{A12FA001-AC4F-418D-AE19-62706E023703}">
                      <ahyp:hlinkClr xmlns:ahyp="http://schemas.microsoft.com/office/drawing/2018/hyperlinkcolor" val="tx"/>
                    </a:ext>
                  </a:extLst>
                </a:hlinkClick>
              </a:rPr>
              <a:t>"How to Build Karpathy's LLM Wiki"</a:t>
            </a:r>
            <a:r>
              <a:rPr sz="1100" b="0">
                <a:solidFill>
                  <a:srgbClr val="5A6065"/>
                </a:solidFill>
                <a:latin typeface="+mn-lt"/>
              </a:rPr>
              <a:t>, 2026-04-09</a:t>
            </a:r>
          </a:p>
        </p:txBody>
      </p:sp>
    </p:spTree>
  </p:cSld>
  <p:clrMapOvr>
    <a:masterClrMapping/>
  </p:clrMapOvr>
</p:sld>
</file>

<file path=ppt/theme/theme1.xml><?xml version="1.0" encoding="utf-8"?>
<a:theme xmlns:a="http://schemas.openxmlformats.org/drawingml/2006/main" name="HPI">
  <a:themeElements>
    <a:clrScheme name="Benutzerdefiniert 3">
      <a:dk1>
        <a:srgbClr val="5A6065"/>
      </a:dk1>
      <a:lt1>
        <a:srgbClr val="FFFFFF"/>
      </a:lt1>
      <a:dk2>
        <a:srgbClr val="5A6065"/>
      </a:dk2>
      <a:lt2>
        <a:srgbClr val="FFFFFF"/>
      </a:lt2>
      <a:accent1>
        <a:srgbClr val="B1063A"/>
      </a:accent1>
      <a:accent2>
        <a:srgbClr val="DD6108"/>
      </a:accent2>
      <a:accent3>
        <a:srgbClr val="F6A800"/>
      </a:accent3>
      <a:accent4>
        <a:srgbClr val="007A9E"/>
      </a:accent4>
      <a:accent5>
        <a:srgbClr val="18E979"/>
      </a:accent5>
      <a:accent6>
        <a:srgbClr val="8B9094"/>
      </a:accent6>
      <a:hlink>
        <a:srgbClr val="F6A800"/>
      </a:hlink>
      <a:folHlink>
        <a:srgbClr val="DD6108"/>
      </a:folHlink>
    </a:clrScheme>
    <a:fontScheme name="AISC">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Words>
  <Application>Microsoft Office PowerPoint</Application>
  <PresentationFormat>Breitbild</PresentationFormat>
  <Paragraphs>5</Paragraphs>
  <Slides>8</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Calibri</vt:lpstr>
      <vt:lpstr>Verdana</vt:lpstr>
      <vt:lpstr>HPI</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Kohlmeyer, Lasse</dc:creator>
  <cp:lastModifiedBy>Kohlmeyer, Lasse</cp:lastModifiedBy>
  <cp:revision>21</cp:revision>
  <dcterms:modified xsi:type="dcterms:W3CDTF">2026-08-20T14:19:48Z</dcterms:modified>
</cp:coreProperties>
</file>